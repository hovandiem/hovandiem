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284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EBEB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EBEB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EBEB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EBEB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EBEB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1" y="1104138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8575">
            <a:solidFill>
              <a:srgbClr val="EC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32364" y="335889"/>
            <a:ext cx="1385316" cy="43902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6473951"/>
            <a:ext cx="12192000" cy="384175"/>
          </a:xfrm>
          <a:custGeom>
            <a:avLst/>
            <a:gdLst/>
            <a:ahLst/>
            <a:cxnLst/>
            <a:rect l="l" t="t" r="r" b="b"/>
            <a:pathLst>
              <a:path w="12192000" h="384175">
                <a:moveTo>
                  <a:pt x="12192000" y="0"/>
                </a:moveTo>
                <a:lnTo>
                  <a:pt x="0" y="0"/>
                </a:lnTo>
                <a:lnTo>
                  <a:pt x="0" y="384048"/>
                </a:lnTo>
                <a:lnTo>
                  <a:pt x="12192000" y="384048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274552" y="6617208"/>
            <a:ext cx="614172" cy="14173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3275" y="6582154"/>
            <a:ext cx="579120" cy="1981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3974" y="328676"/>
            <a:ext cx="9448165" cy="5417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3974" y="1266266"/>
            <a:ext cx="11454765" cy="3823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987531" y="6615399"/>
            <a:ext cx="217804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80429" y="6611518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BEBEB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s-cert.gov/ncas/alerts/TA14-017A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anrs.org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06333" y="1066800"/>
            <a:ext cx="737933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2370C7"/>
                </a:solidFill>
              </a:rPr>
              <a:t>DDoS</a:t>
            </a:r>
            <a:r>
              <a:rPr sz="4800" spc="-125" dirty="0">
                <a:solidFill>
                  <a:srgbClr val="2370C7"/>
                </a:solidFill>
              </a:rPr>
              <a:t> </a:t>
            </a:r>
            <a:r>
              <a:rPr sz="4800" dirty="0">
                <a:solidFill>
                  <a:srgbClr val="2370C7"/>
                </a:solidFill>
              </a:rPr>
              <a:t>Attack</a:t>
            </a:r>
            <a:r>
              <a:rPr sz="4800" spc="-105" dirty="0">
                <a:solidFill>
                  <a:srgbClr val="2370C7"/>
                </a:solidFill>
              </a:rPr>
              <a:t> </a:t>
            </a:r>
            <a:r>
              <a:rPr sz="4800" spc="-10" dirty="0">
                <a:solidFill>
                  <a:srgbClr val="2370C7"/>
                </a:solidFill>
              </a:rPr>
              <a:t>Prevention</a:t>
            </a:r>
            <a:endParaRPr sz="4800" dirty="0"/>
          </a:p>
        </p:txBody>
      </p:sp>
      <p:sp>
        <p:nvSpPr>
          <p:cNvPr id="8" name="object 8"/>
          <p:cNvSpPr txBox="1"/>
          <p:nvPr/>
        </p:nvSpPr>
        <p:spPr>
          <a:xfrm>
            <a:off x="6058153" y="6624218"/>
            <a:ext cx="77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solidFill>
                  <a:srgbClr val="BEBEBE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81300" y="2667000"/>
            <a:ext cx="6629400" cy="2971326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570"/>
              </a:spcBef>
              <a:tabLst>
                <a:tab pos="1691005" algn="l"/>
              </a:tabLst>
            </a:pPr>
            <a:r>
              <a:rPr lang="en-US" sz="2800" spc="210" dirty="0">
                <a:solidFill>
                  <a:srgbClr val="7E7E7E"/>
                </a:solidFill>
                <a:latin typeface="Verdana"/>
                <a:cs typeface="Verdana"/>
              </a:rPr>
              <a:t>By</a:t>
            </a:r>
          </a:p>
          <a:p>
            <a:pPr marL="4445" algn="ctr">
              <a:lnSpc>
                <a:spcPct val="100000"/>
              </a:lnSpc>
              <a:spcBef>
                <a:spcPts val="1570"/>
              </a:spcBef>
              <a:tabLst>
                <a:tab pos="1691005" algn="l"/>
              </a:tabLst>
            </a:pPr>
            <a:r>
              <a:rPr lang="en-US" sz="2800" spc="210" dirty="0">
                <a:solidFill>
                  <a:srgbClr val="7E7E7E"/>
                </a:solidFill>
                <a:latin typeface="Verdana"/>
                <a:cs typeface="Verdana"/>
              </a:rPr>
              <a:t>Prof. (Dr.) Anand Nayyar</a:t>
            </a:r>
          </a:p>
          <a:p>
            <a:pPr marL="4445" algn="ctr">
              <a:lnSpc>
                <a:spcPct val="100000"/>
              </a:lnSpc>
              <a:spcBef>
                <a:spcPts val="1570"/>
              </a:spcBef>
              <a:tabLst>
                <a:tab pos="1691005" algn="l"/>
              </a:tabLst>
            </a:pPr>
            <a:r>
              <a:rPr lang="en-US" sz="2800" spc="210" dirty="0">
                <a:solidFill>
                  <a:srgbClr val="7E7E7E"/>
                </a:solidFill>
                <a:latin typeface="Verdana"/>
                <a:cs typeface="Verdana"/>
              </a:rPr>
              <a:t>School of Computer Science and AI</a:t>
            </a:r>
          </a:p>
          <a:p>
            <a:pPr marL="4445" algn="ctr">
              <a:lnSpc>
                <a:spcPct val="100000"/>
              </a:lnSpc>
              <a:spcBef>
                <a:spcPts val="1570"/>
              </a:spcBef>
              <a:tabLst>
                <a:tab pos="1691005" algn="l"/>
              </a:tabLst>
            </a:pPr>
            <a:r>
              <a:rPr lang="en-US" sz="2800" spc="210" dirty="0">
                <a:solidFill>
                  <a:srgbClr val="7E7E7E"/>
                </a:solidFill>
                <a:latin typeface="Verdana"/>
                <a:cs typeface="Verdana"/>
              </a:rPr>
              <a:t>Duy Tan University, Viet Nam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404040"/>
                </a:solidFill>
              </a:rPr>
              <a:t>Overview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58153" y="6624218"/>
            <a:ext cx="77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solidFill>
                  <a:srgbClr val="BEBEBE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872" y="1262842"/>
            <a:ext cx="7930515" cy="3319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What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DDoS?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DDoS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threats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trends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How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does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DDoS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work?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Details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reflection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amplification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techniques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Mitigation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strategies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for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inbound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DDoS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Mitigation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strategies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for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outbound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DDoS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DoS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DDoS?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58153" y="6624218"/>
            <a:ext cx="77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solidFill>
                  <a:srgbClr val="BEBEBE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469900" marR="5080" indent="-4572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469900" algn="l"/>
              </a:tabLst>
            </a:pPr>
            <a:r>
              <a:rPr dirty="0"/>
              <a:t>In</a:t>
            </a:r>
            <a:r>
              <a:rPr spc="-80" dirty="0"/>
              <a:t> </a:t>
            </a:r>
            <a:r>
              <a:rPr dirty="0"/>
              <a:t>general,</a:t>
            </a:r>
            <a:r>
              <a:rPr spc="-4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denial</a:t>
            </a:r>
            <a:r>
              <a:rPr spc="-6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service</a:t>
            </a:r>
            <a:r>
              <a:rPr spc="-35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dirty="0"/>
              <a:t>an</a:t>
            </a:r>
            <a:r>
              <a:rPr spc="-55" dirty="0"/>
              <a:t> </a:t>
            </a:r>
            <a:r>
              <a:rPr dirty="0"/>
              <a:t>attack</a:t>
            </a:r>
            <a:r>
              <a:rPr spc="-55" dirty="0"/>
              <a:t> </a:t>
            </a:r>
            <a:r>
              <a:rPr dirty="0"/>
              <a:t>against</a:t>
            </a:r>
            <a:r>
              <a:rPr spc="-15" dirty="0"/>
              <a:t> </a:t>
            </a:r>
            <a:r>
              <a:rPr spc="-10" dirty="0"/>
              <a:t>availability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10" dirty="0"/>
              <a:t>service</a:t>
            </a:r>
          </a:p>
          <a:p>
            <a:pPr marL="812165" lvl="1" indent="-342265">
              <a:lnSpc>
                <a:spcPct val="100000"/>
              </a:lnSpc>
              <a:spcBef>
                <a:spcPts val="155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A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service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can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network,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specific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service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such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as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web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site</a:t>
            </a:r>
            <a:endParaRPr sz="24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469265" algn="l"/>
              </a:tabLst>
            </a:pPr>
            <a:r>
              <a:rPr dirty="0"/>
              <a:t>DoS</a:t>
            </a:r>
            <a:r>
              <a:rPr spc="-4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dirty="0"/>
              <a:t>Denial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Service</a:t>
            </a:r>
          </a:p>
          <a:p>
            <a:pPr marL="812165" lvl="1" indent="-342265">
              <a:lnSpc>
                <a:spcPct val="100000"/>
              </a:lnSpc>
              <a:spcBef>
                <a:spcPts val="210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Usually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from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only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one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source</a:t>
            </a:r>
            <a:endParaRPr sz="24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5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Can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caused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resource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exhaustion,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targeted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exploitation</a:t>
            </a:r>
            <a:endParaRPr sz="24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469265" algn="l"/>
              </a:tabLst>
            </a:pPr>
            <a:r>
              <a:rPr dirty="0"/>
              <a:t>DDoS</a:t>
            </a:r>
            <a:r>
              <a:rPr spc="-90" dirty="0"/>
              <a:t> </a:t>
            </a:r>
            <a:r>
              <a:rPr dirty="0"/>
              <a:t>-</a:t>
            </a:r>
            <a:r>
              <a:rPr spc="-95" dirty="0"/>
              <a:t> </a:t>
            </a:r>
            <a:r>
              <a:rPr dirty="0"/>
              <a:t>Distributed</a:t>
            </a:r>
            <a:r>
              <a:rPr spc="-50" dirty="0"/>
              <a:t> </a:t>
            </a:r>
            <a:r>
              <a:rPr dirty="0"/>
              <a:t>Denial</a:t>
            </a:r>
            <a:r>
              <a:rPr spc="-85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spc="-10" dirty="0"/>
              <a:t>Service</a:t>
            </a:r>
          </a:p>
          <a:p>
            <a:pPr marL="812165" lvl="1" indent="-342265">
              <a:lnSpc>
                <a:spcPct val="100000"/>
              </a:lnSpc>
              <a:spcBef>
                <a:spcPts val="225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Attack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originates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from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multiple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sources</a:t>
            </a:r>
            <a:endParaRPr sz="24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5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This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caused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through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resource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exhaustion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Impacts</a:t>
            </a:r>
            <a:r>
              <a:rPr spc="-2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spc="-20" dirty="0"/>
              <a:t>DDoS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58153" y="6624218"/>
            <a:ext cx="77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solidFill>
                  <a:srgbClr val="BEBEBE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974" y="1181570"/>
            <a:ext cx="11464290" cy="462851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Users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sees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DDoS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as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outage</a:t>
            </a:r>
            <a:endParaRPr sz="28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Security</a:t>
            </a:r>
            <a:r>
              <a:rPr sz="2800" spc="-2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team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sees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DDoS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as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loss</a:t>
            </a:r>
            <a:r>
              <a:rPr sz="2800" spc="-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availability</a:t>
            </a:r>
            <a:endParaRPr sz="2800">
              <a:latin typeface="Verdana"/>
              <a:cs typeface="Verdana"/>
            </a:endParaRPr>
          </a:p>
          <a:p>
            <a:pPr marL="812800" marR="5084445" lvl="1" indent="-342900">
              <a:lnSpc>
                <a:spcPts val="2590"/>
              </a:lnSpc>
              <a:spcBef>
                <a:spcPts val="550"/>
              </a:spcBef>
              <a:buSzPct val="50000"/>
              <a:buFont typeface="Wingdings"/>
              <a:buChar char=""/>
              <a:tabLst>
                <a:tab pos="812800" algn="l"/>
              </a:tabLst>
            </a:pPr>
            <a:r>
              <a:rPr sz="2400" dirty="0">
                <a:latin typeface="Verdana"/>
                <a:cs typeface="Verdana"/>
              </a:rPr>
              <a:t>Think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back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CIA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triad </a:t>
            </a:r>
            <a:r>
              <a:rPr sz="2400" spc="-20" dirty="0">
                <a:latin typeface="Verdana"/>
                <a:cs typeface="Verdana"/>
              </a:rPr>
              <a:t>Confidentiality,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Integrity,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Availability</a:t>
            </a:r>
            <a:endParaRPr sz="2400">
              <a:latin typeface="Verdana"/>
              <a:cs typeface="Verdana"/>
            </a:endParaRPr>
          </a:p>
          <a:p>
            <a:pPr marL="469900" marR="5080" indent="-4572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469900" algn="l"/>
              </a:tabLst>
            </a:pPr>
            <a:r>
              <a:rPr sz="2800" dirty="0">
                <a:latin typeface="Verdana"/>
                <a:cs typeface="Verdana"/>
              </a:rPr>
              <a:t>Business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management,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sees</a:t>
            </a:r>
            <a:r>
              <a:rPr sz="2800" spc="-10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DDoS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as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impacting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business financially</a:t>
            </a:r>
            <a:endParaRPr sz="28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180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Especially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if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business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makes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money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using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Internet</a:t>
            </a:r>
            <a:endParaRPr sz="2400">
              <a:latin typeface="Verdana"/>
              <a:cs typeface="Verdana"/>
            </a:endParaRPr>
          </a:p>
          <a:p>
            <a:pPr marL="1269365" lvl="2" indent="-342900">
              <a:lnSpc>
                <a:spcPct val="100000"/>
              </a:lnSpc>
              <a:spcBef>
                <a:spcPts val="260"/>
              </a:spcBef>
              <a:buSzPct val="50000"/>
              <a:buFont typeface="Wingdings"/>
              <a:buChar char=""/>
              <a:tabLst>
                <a:tab pos="1269365" algn="l"/>
              </a:tabLst>
            </a:pPr>
            <a:r>
              <a:rPr sz="2000" spc="-55" dirty="0">
                <a:latin typeface="Verdana"/>
                <a:cs typeface="Verdana"/>
              </a:rPr>
              <a:t>ISP,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credit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card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gateway,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online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casino,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online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gaming</a:t>
            </a:r>
            <a:endParaRPr sz="20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ts val="1260"/>
              </a:spcBef>
              <a:buFont typeface="Wingdings"/>
              <a:buChar char=""/>
            </a:pPr>
            <a:endParaRPr sz="2000">
              <a:latin typeface="Verdana"/>
              <a:cs typeface="Verdana"/>
            </a:endParaRPr>
          </a:p>
          <a:p>
            <a:pPr marL="469900" marR="313690" indent="-457200">
              <a:lnSpc>
                <a:spcPts val="3030"/>
              </a:lnSpc>
              <a:buFont typeface="Arial"/>
              <a:buChar char="•"/>
              <a:tabLst>
                <a:tab pos="469900" algn="l"/>
                <a:tab pos="2934335" algn="l"/>
              </a:tabLst>
            </a:pPr>
            <a:r>
              <a:rPr sz="2800" dirty="0">
                <a:latin typeface="Verdana"/>
                <a:cs typeface="Verdana"/>
              </a:rPr>
              <a:t>What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is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cost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per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hour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your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network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or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services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being unavailable?</a:t>
            </a:r>
            <a:r>
              <a:rPr sz="2800" dirty="0">
                <a:latin typeface="Verdana"/>
                <a:cs typeface="Verdana"/>
              </a:rPr>
              <a:t>	</a:t>
            </a:r>
            <a:r>
              <a:rPr sz="2200" dirty="0">
                <a:latin typeface="Verdana"/>
                <a:cs typeface="Verdana"/>
              </a:rPr>
              <a:t>(not</a:t>
            </a:r>
            <a:r>
              <a:rPr sz="2200" spc="-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including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reputation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damage)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974" y="356057"/>
            <a:ext cx="50653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DoS</a:t>
            </a:r>
            <a:r>
              <a:rPr spc="-4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DDoS</a:t>
            </a:r>
            <a:r>
              <a:rPr spc="-55" dirty="0"/>
              <a:t> </a:t>
            </a:r>
            <a:r>
              <a:rPr dirty="0"/>
              <a:t>by</a:t>
            </a:r>
            <a:r>
              <a:rPr spc="-15" dirty="0"/>
              <a:t> </a:t>
            </a:r>
            <a:r>
              <a:rPr spc="-30" dirty="0"/>
              <a:t>Traffic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58153" y="6624218"/>
            <a:ext cx="77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solidFill>
                  <a:srgbClr val="BEBEBE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974" y="1235121"/>
            <a:ext cx="11480165" cy="48704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DDoS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traffic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is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largely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grouped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into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these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categories:</a:t>
            </a:r>
            <a:endParaRPr sz="28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0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Bandwidth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exhaustion</a:t>
            </a:r>
            <a:endParaRPr sz="2400">
              <a:latin typeface="Verdana"/>
              <a:cs typeface="Verdana"/>
            </a:endParaRPr>
          </a:p>
          <a:p>
            <a:pPr marL="1269365" marR="5080" lvl="2" indent="-342900">
              <a:lnSpc>
                <a:spcPts val="2160"/>
              </a:lnSpc>
              <a:spcBef>
                <a:spcPts val="540"/>
              </a:spcBef>
              <a:buSzPct val="50000"/>
              <a:buFont typeface="Wingdings"/>
              <a:buChar char=""/>
              <a:tabLst>
                <a:tab pos="1269365" algn="l"/>
              </a:tabLst>
            </a:pPr>
            <a:r>
              <a:rPr sz="2000" dirty="0">
                <a:latin typeface="Verdana"/>
                <a:cs typeface="Verdana"/>
              </a:rPr>
              <a:t>If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attacker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access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more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bandwidth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victim,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attacker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traffic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flood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victim’s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network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connection,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denying</a:t>
            </a:r>
            <a:r>
              <a:rPr sz="2000" spc="5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legitimate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access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all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services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network</a:t>
            </a:r>
            <a:endParaRPr sz="20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185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Connection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exhaustion</a:t>
            </a:r>
            <a:endParaRPr sz="2400">
              <a:latin typeface="Verdana"/>
              <a:cs typeface="Verdana"/>
            </a:endParaRPr>
          </a:p>
          <a:p>
            <a:pPr marL="1269365" marR="329565" lvl="2" indent="-342900">
              <a:lnSpc>
                <a:spcPct val="90000"/>
              </a:lnSpc>
              <a:spcBef>
                <a:spcPts val="495"/>
              </a:spcBef>
              <a:buSzPct val="50000"/>
              <a:buFont typeface="Wingdings"/>
              <a:buChar char=""/>
              <a:tabLst>
                <a:tab pos="1269365" algn="l"/>
                <a:tab pos="10558145" algn="l"/>
              </a:tabLst>
            </a:pPr>
            <a:r>
              <a:rPr sz="2000" dirty="0">
                <a:latin typeface="Verdana"/>
                <a:cs typeface="Verdana"/>
              </a:rPr>
              <a:t>If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victim’s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services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have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limited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number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concurrent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sessions/ </a:t>
            </a:r>
            <a:r>
              <a:rPr sz="2000" dirty="0">
                <a:latin typeface="Verdana"/>
                <a:cs typeface="Verdana"/>
              </a:rPr>
              <a:t>connections,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attacker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open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more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sessions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faster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victim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expire/close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sessions,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denying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legitimate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access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service.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50" dirty="0">
                <a:latin typeface="Verdana"/>
                <a:cs typeface="Verdana"/>
              </a:rPr>
              <a:t>A </a:t>
            </a:r>
            <a:r>
              <a:rPr sz="2000" dirty="0">
                <a:latin typeface="Verdana"/>
                <a:cs typeface="Verdana"/>
              </a:rPr>
              <a:t>similar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attack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high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number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packets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second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against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routers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and </a:t>
            </a:r>
            <a:r>
              <a:rPr sz="2000" dirty="0">
                <a:latin typeface="Verdana"/>
                <a:cs typeface="Verdana"/>
              </a:rPr>
              <a:t>other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networking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equipment,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exhausting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their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routing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processors.</a:t>
            </a:r>
            <a:endParaRPr sz="20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5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spc="-30" dirty="0">
                <a:latin typeface="Verdana"/>
                <a:cs typeface="Verdana"/>
              </a:rPr>
              <a:t>Targeted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exploitation</a:t>
            </a:r>
            <a:endParaRPr sz="2400">
              <a:latin typeface="Verdana"/>
              <a:cs typeface="Verdana"/>
            </a:endParaRPr>
          </a:p>
          <a:p>
            <a:pPr marL="1269365" marR="352425" lvl="2" indent="-342900">
              <a:lnSpc>
                <a:spcPct val="90000"/>
              </a:lnSpc>
              <a:spcBef>
                <a:spcPts val="495"/>
              </a:spcBef>
              <a:buSzPct val="50000"/>
              <a:buFont typeface="Wingdings"/>
              <a:buChar char=""/>
              <a:tabLst>
                <a:tab pos="1269365" algn="l"/>
              </a:tabLst>
            </a:pPr>
            <a:r>
              <a:rPr sz="2000" dirty="0">
                <a:latin typeface="Verdana"/>
                <a:cs typeface="Verdana"/>
              </a:rPr>
              <a:t>Usually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executed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single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source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DoS,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these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attacks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exploit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weakness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in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OS,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application,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physical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components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crash,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reboot,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otherwise </a:t>
            </a:r>
            <a:r>
              <a:rPr sz="2000" dirty="0">
                <a:latin typeface="Verdana"/>
                <a:cs typeface="Verdana"/>
              </a:rPr>
              <a:t>deny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access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service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DoS</a:t>
            </a:r>
            <a:r>
              <a:rPr spc="-4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DDoS</a:t>
            </a:r>
            <a:r>
              <a:rPr spc="-55" dirty="0"/>
              <a:t> </a:t>
            </a:r>
            <a:r>
              <a:rPr dirty="0"/>
              <a:t>by</a:t>
            </a:r>
            <a:r>
              <a:rPr spc="-15" dirty="0"/>
              <a:t> </a:t>
            </a:r>
            <a:r>
              <a:rPr spc="-10" dirty="0"/>
              <a:t>Layers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58844" y="5219141"/>
            <a:ext cx="96011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Network</a:t>
            </a:r>
            <a:endParaRPr sz="2000">
              <a:latin typeface="Arial"/>
              <a:cs typeface="Arial"/>
            </a:endParaRPr>
          </a:p>
          <a:p>
            <a:pPr marL="6858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Arial"/>
                <a:cs typeface="Arial"/>
              </a:rPr>
              <a:t>Access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4920" y="2963672"/>
            <a:ext cx="12706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Application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7215" y="4035044"/>
            <a:ext cx="11068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Transport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95420" y="4569967"/>
            <a:ext cx="8883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Internet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1013" y="2431542"/>
            <a:ext cx="12706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Application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8049" y="2968244"/>
            <a:ext cx="14554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Presentation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0202" y="3500120"/>
            <a:ext cx="9321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Session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3335" y="4035044"/>
            <a:ext cx="11068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Transport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963" y="4569967"/>
            <a:ext cx="96011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Network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6383" y="5104891"/>
            <a:ext cx="1098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Data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Link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48866" y="5640120"/>
            <a:ext cx="9734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Physical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33540" y="5244846"/>
            <a:ext cx="1618615" cy="603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105" marR="5080" indent="-6604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Arial"/>
                <a:cs typeface="Arial"/>
              </a:rPr>
              <a:t>WiFi,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Ethernet, Fiber,</a:t>
            </a:r>
            <a:r>
              <a:rPr sz="1900" spc="-8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Copper</a:t>
            </a:r>
            <a:endParaRPr sz="1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43269" y="2667126"/>
            <a:ext cx="140208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2545" algn="just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Arial"/>
                <a:cs typeface="Arial"/>
              </a:rPr>
              <a:t>HTTP,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FTP, </a:t>
            </a:r>
            <a:r>
              <a:rPr sz="2000" spc="-55" dirty="0">
                <a:latin typeface="Arial"/>
                <a:cs typeface="Arial"/>
              </a:rPr>
              <a:t>DHCP,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NTP, </a:t>
            </a:r>
            <a:r>
              <a:rPr sz="2000" spc="-45" dirty="0">
                <a:latin typeface="Arial"/>
                <a:cs typeface="Arial"/>
              </a:rPr>
              <a:t>TFTP,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52996" y="4043298"/>
            <a:ext cx="11811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60" dirty="0">
                <a:latin typeface="Arial"/>
                <a:cs typeface="Arial"/>
              </a:rPr>
              <a:t>TCP, </a:t>
            </a:r>
            <a:r>
              <a:rPr sz="2000" spc="-25" dirty="0">
                <a:latin typeface="Arial"/>
                <a:cs typeface="Arial"/>
              </a:rPr>
              <a:t>UDP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74689" y="4577918"/>
            <a:ext cx="15379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80" dirty="0">
                <a:latin typeface="Arial"/>
                <a:cs typeface="Arial"/>
              </a:rPr>
              <a:t>IP,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ICMP,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RIP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49767" y="4596510"/>
            <a:ext cx="2939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ICMP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Flood,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IP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Fragmentation</a:t>
            </a:r>
            <a:endParaRPr sz="1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52815" y="5068900"/>
            <a:ext cx="293560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Wi-Fi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De-auth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&amp;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Jamming </a:t>
            </a:r>
            <a:r>
              <a:rPr sz="2000" dirty="0">
                <a:latin typeface="Arial"/>
                <a:cs typeface="Arial"/>
              </a:rPr>
              <a:t>Electrical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Interference </a:t>
            </a:r>
            <a:r>
              <a:rPr sz="2000" dirty="0">
                <a:latin typeface="Arial"/>
                <a:cs typeface="Arial"/>
              </a:rPr>
              <a:t>Construction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Equipment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78885" y="2382773"/>
            <a:ext cx="2324100" cy="3672840"/>
          </a:xfrm>
          <a:custGeom>
            <a:avLst/>
            <a:gdLst/>
            <a:ahLst/>
            <a:cxnLst/>
            <a:rect l="l" t="t" r="r" b="b"/>
            <a:pathLst>
              <a:path w="2324100" h="3672840">
                <a:moveTo>
                  <a:pt x="0" y="256793"/>
                </a:moveTo>
                <a:lnTo>
                  <a:pt x="4136" y="210625"/>
                </a:lnTo>
                <a:lnTo>
                  <a:pt x="16061" y="167175"/>
                </a:lnTo>
                <a:lnTo>
                  <a:pt x="35052" y="127169"/>
                </a:lnTo>
                <a:lnTo>
                  <a:pt x="60383" y="91330"/>
                </a:lnTo>
                <a:lnTo>
                  <a:pt x="91330" y="60383"/>
                </a:lnTo>
                <a:lnTo>
                  <a:pt x="127169" y="35051"/>
                </a:lnTo>
                <a:lnTo>
                  <a:pt x="167175" y="16061"/>
                </a:lnTo>
                <a:lnTo>
                  <a:pt x="210625" y="4136"/>
                </a:lnTo>
                <a:lnTo>
                  <a:pt x="256793" y="0"/>
                </a:lnTo>
                <a:lnTo>
                  <a:pt x="2067305" y="0"/>
                </a:lnTo>
                <a:lnTo>
                  <a:pt x="2113474" y="4136"/>
                </a:lnTo>
                <a:lnTo>
                  <a:pt x="2156924" y="16061"/>
                </a:lnTo>
                <a:lnTo>
                  <a:pt x="2196930" y="35052"/>
                </a:lnTo>
                <a:lnTo>
                  <a:pt x="2232769" y="60383"/>
                </a:lnTo>
                <a:lnTo>
                  <a:pt x="2263716" y="91330"/>
                </a:lnTo>
                <a:lnTo>
                  <a:pt x="2289048" y="127169"/>
                </a:lnTo>
                <a:lnTo>
                  <a:pt x="2308038" y="167175"/>
                </a:lnTo>
                <a:lnTo>
                  <a:pt x="2319963" y="210625"/>
                </a:lnTo>
                <a:lnTo>
                  <a:pt x="2324100" y="256793"/>
                </a:lnTo>
                <a:lnTo>
                  <a:pt x="2324100" y="1283970"/>
                </a:lnTo>
                <a:lnTo>
                  <a:pt x="2319963" y="1330138"/>
                </a:lnTo>
                <a:lnTo>
                  <a:pt x="2308038" y="1373588"/>
                </a:lnTo>
                <a:lnTo>
                  <a:pt x="2289047" y="1413594"/>
                </a:lnTo>
                <a:lnTo>
                  <a:pt x="2263716" y="1449433"/>
                </a:lnTo>
                <a:lnTo>
                  <a:pt x="2232769" y="1480380"/>
                </a:lnTo>
                <a:lnTo>
                  <a:pt x="2196930" y="1505712"/>
                </a:lnTo>
                <a:lnTo>
                  <a:pt x="2156924" y="1524702"/>
                </a:lnTo>
                <a:lnTo>
                  <a:pt x="2113474" y="1536627"/>
                </a:lnTo>
                <a:lnTo>
                  <a:pt x="2067305" y="1540764"/>
                </a:lnTo>
                <a:lnTo>
                  <a:pt x="256793" y="1540764"/>
                </a:lnTo>
                <a:lnTo>
                  <a:pt x="210625" y="1536627"/>
                </a:lnTo>
                <a:lnTo>
                  <a:pt x="167175" y="1524702"/>
                </a:lnTo>
                <a:lnTo>
                  <a:pt x="127169" y="1505712"/>
                </a:lnTo>
                <a:lnTo>
                  <a:pt x="91330" y="1480380"/>
                </a:lnTo>
                <a:lnTo>
                  <a:pt x="60383" y="1449433"/>
                </a:lnTo>
                <a:lnTo>
                  <a:pt x="35051" y="1413594"/>
                </a:lnTo>
                <a:lnTo>
                  <a:pt x="16061" y="1373588"/>
                </a:lnTo>
                <a:lnTo>
                  <a:pt x="4136" y="1330138"/>
                </a:lnTo>
                <a:lnTo>
                  <a:pt x="0" y="1283970"/>
                </a:lnTo>
                <a:lnTo>
                  <a:pt x="0" y="256793"/>
                </a:lnTo>
                <a:close/>
              </a:path>
              <a:path w="2324100" h="3672840">
                <a:moveTo>
                  <a:pt x="0" y="1680718"/>
                </a:moveTo>
                <a:lnTo>
                  <a:pt x="6086" y="1650557"/>
                </a:lnTo>
                <a:lnTo>
                  <a:pt x="22685" y="1625933"/>
                </a:lnTo>
                <a:lnTo>
                  <a:pt x="47309" y="1609334"/>
                </a:lnTo>
                <a:lnTo>
                  <a:pt x="77469" y="1603248"/>
                </a:lnTo>
                <a:lnTo>
                  <a:pt x="2246629" y="1603248"/>
                </a:lnTo>
                <a:lnTo>
                  <a:pt x="2276790" y="1609334"/>
                </a:lnTo>
                <a:lnTo>
                  <a:pt x="2301414" y="1625933"/>
                </a:lnTo>
                <a:lnTo>
                  <a:pt x="2318013" y="1650557"/>
                </a:lnTo>
                <a:lnTo>
                  <a:pt x="2324100" y="1680718"/>
                </a:lnTo>
                <a:lnTo>
                  <a:pt x="2324100" y="1990598"/>
                </a:lnTo>
                <a:lnTo>
                  <a:pt x="2318013" y="2020758"/>
                </a:lnTo>
                <a:lnTo>
                  <a:pt x="2301414" y="2045382"/>
                </a:lnTo>
                <a:lnTo>
                  <a:pt x="2276790" y="2061981"/>
                </a:lnTo>
                <a:lnTo>
                  <a:pt x="2246629" y="2068068"/>
                </a:lnTo>
                <a:lnTo>
                  <a:pt x="77469" y="2068068"/>
                </a:lnTo>
                <a:lnTo>
                  <a:pt x="47309" y="2061981"/>
                </a:lnTo>
                <a:lnTo>
                  <a:pt x="22685" y="2045382"/>
                </a:lnTo>
                <a:lnTo>
                  <a:pt x="6086" y="2020758"/>
                </a:lnTo>
                <a:lnTo>
                  <a:pt x="0" y="1990598"/>
                </a:lnTo>
                <a:lnTo>
                  <a:pt x="0" y="1680718"/>
                </a:lnTo>
                <a:close/>
              </a:path>
              <a:path w="2324100" h="3672840">
                <a:moveTo>
                  <a:pt x="0" y="2215642"/>
                </a:moveTo>
                <a:lnTo>
                  <a:pt x="6086" y="2185481"/>
                </a:lnTo>
                <a:lnTo>
                  <a:pt x="22685" y="2160857"/>
                </a:lnTo>
                <a:lnTo>
                  <a:pt x="47309" y="2144258"/>
                </a:lnTo>
                <a:lnTo>
                  <a:pt x="77469" y="2138172"/>
                </a:lnTo>
                <a:lnTo>
                  <a:pt x="2246629" y="2138172"/>
                </a:lnTo>
                <a:lnTo>
                  <a:pt x="2276790" y="2144258"/>
                </a:lnTo>
                <a:lnTo>
                  <a:pt x="2301414" y="2160857"/>
                </a:lnTo>
                <a:lnTo>
                  <a:pt x="2318013" y="2185481"/>
                </a:lnTo>
                <a:lnTo>
                  <a:pt x="2324100" y="2215642"/>
                </a:lnTo>
                <a:lnTo>
                  <a:pt x="2324100" y="2525522"/>
                </a:lnTo>
                <a:lnTo>
                  <a:pt x="2318013" y="2555682"/>
                </a:lnTo>
                <a:lnTo>
                  <a:pt x="2301414" y="2580306"/>
                </a:lnTo>
                <a:lnTo>
                  <a:pt x="2276790" y="2596905"/>
                </a:lnTo>
                <a:lnTo>
                  <a:pt x="2246629" y="2602992"/>
                </a:lnTo>
                <a:lnTo>
                  <a:pt x="77469" y="2602992"/>
                </a:lnTo>
                <a:lnTo>
                  <a:pt x="47309" y="2596905"/>
                </a:lnTo>
                <a:lnTo>
                  <a:pt x="22685" y="2580306"/>
                </a:lnTo>
                <a:lnTo>
                  <a:pt x="6086" y="2555682"/>
                </a:lnTo>
                <a:lnTo>
                  <a:pt x="0" y="2525522"/>
                </a:lnTo>
                <a:lnTo>
                  <a:pt x="0" y="2215642"/>
                </a:lnTo>
                <a:close/>
              </a:path>
              <a:path w="2324100" h="3672840">
                <a:moveTo>
                  <a:pt x="0" y="2824480"/>
                </a:moveTo>
                <a:lnTo>
                  <a:pt x="6059" y="2779367"/>
                </a:lnTo>
                <a:lnTo>
                  <a:pt x="23161" y="2738834"/>
                </a:lnTo>
                <a:lnTo>
                  <a:pt x="49688" y="2704496"/>
                </a:lnTo>
                <a:lnTo>
                  <a:pt x="84026" y="2677969"/>
                </a:lnTo>
                <a:lnTo>
                  <a:pt x="124559" y="2660867"/>
                </a:lnTo>
                <a:lnTo>
                  <a:pt x="169672" y="2654808"/>
                </a:lnTo>
                <a:lnTo>
                  <a:pt x="2154428" y="2654808"/>
                </a:lnTo>
                <a:lnTo>
                  <a:pt x="2199540" y="2660867"/>
                </a:lnTo>
                <a:lnTo>
                  <a:pt x="2240073" y="2677969"/>
                </a:lnTo>
                <a:lnTo>
                  <a:pt x="2274411" y="2704496"/>
                </a:lnTo>
                <a:lnTo>
                  <a:pt x="2300938" y="2738834"/>
                </a:lnTo>
                <a:lnTo>
                  <a:pt x="2318040" y="2779367"/>
                </a:lnTo>
                <a:lnTo>
                  <a:pt x="2324100" y="2824480"/>
                </a:lnTo>
                <a:lnTo>
                  <a:pt x="2324100" y="3503167"/>
                </a:lnTo>
                <a:lnTo>
                  <a:pt x="2318040" y="3548271"/>
                </a:lnTo>
                <a:lnTo>
                  <a:pt x="2300938" y="3588801"/>
                </a:lnTo>
                <a:lnTo>
                  <a:pt x="2274411" y="3623141"/>
                </a:lnTo>
                <a:lnTo>
                  <a:pt x="2240073" y="3649673"/>
                </a:lnTo>
                <a:lnTo>
                  <a:pt x="2199540" y="3666778"/>
                </a:lnTo>
                <a:lnTo>
                  <a:pt x="2154428" y="3672840"/>
                </a:lnTo>
                <a:lnTo>
                  <a:pt x="169672" y="3672840"/>
                </a:lnTo>
                <a:lnTo>
                  <a:pt x="124559" y="3666778"/>
                </a:lnTo>
                <a:lnTo>
                  <a:pt x="84026" y="3649673"/>
                </a:lnTo>
                <a:lnTo>
                  <a:pt x="49688" y="3623141"/>
                </a:lnTo>
                <a:lnTo>
                  <a:pt x="23161" y="3588801"/>
                </a:lnTo>
                <a:lnTo>
                  <a:pt x="6059" y="3548271"/>
                </a:lnTo>
                <a:lnTo>
                  <a:pt x="0" y="3503167"/>
                </a:lnTo>
                <a:lnTo>
                  <a:pt x="0" y="2824480"/>
                </a:lnTo>
                <a:close/>
              </a:path>
            </a:pathLst>
          </a:custGeom>
          <a:ln w="28575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537330" y="1818512"/>
            <a:ext cx="18040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Arial"/>
                <a:cs typeface="Arial"/>
              </a:rPr>
              <a:t>TCP/IP</a:t>
            </a:r>
            <a:r>
              <a:rPr sz="2200" b="1" spc="-11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Model</a:t>
            </a:r>
            <a:endParaRPr sz="22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74369" y="2382773"/>
            <a:ext cx="2326005" cy="3672840"/>
          </a:xfrm>
          <a:custGeom>
            <a:avLst/>
            <a:gdLst/>
            <a:ahLst/>
            <a:cxnLst/>
            <a:rect l="l" t="t" r="r" b="b"/>
            <a:pathLst>
              <a:path w="2326005" h="3672840">
                <a:moveTo>
                  <a:pt x="0" y="77470"/>
                </a:moveTo>
                <a:lnTo>
                  <a:pt x="6087" y="47309"/>
                </a:lnTo>
                <a:lnTo>
                  <a:pt x="22690" y="22685"/>
                </a:lnTo>
                <a:lnTo>
                  <a:pt x="47314" y="6086"/>
                </a:lnTo>
                <a:lnTo>
                  <a:pt x="77470" y="0"/>
                </a:lnTo>
                <a:lnTo>
                  <a:pt x="2248154" y="0"/>
                </a:lnTo>
                <a:lnTo>
                  <a:pt x="2278314" y="6086"/>
                </a:lnTo>
                <a:lnTo>
                  <a:pt x="2302938" y="22685"/>
                </a:lnTo>
                <a:lnTo>
                  <a:pt x="2319537" y="47309"/>
                </a:lnTo>
                <a:lnTo>
                  <a:pt x="2325624" y="77470"/>
                </a:lnTo>
                <a:lnTo>
                  <a:pt x="2325624" y="387350"/>
                </a:lnTo>
                <a:lnTo>
                  <a:pt x="2319537" y="417510"/>
                </a:lnTo>
                <a:lnTo>
                  <a:pt x="2302938" y="442134"/>
                </a:lnTo>
                <a:lnTo>
                  <a:pt x="2278314" y="458733"/>
                </a:lnTo>
                <a:lnTo>
                  <a:pt x="2248154" y="464820"/>
                </a:lnTo>
                <a:lnTo>
                  <a:pt x="77470" y="464820"/>
                </a:lnTo>
                <a:lnTo>
                  <a:pt x="47314" y="458733"/>
                </a:lnTo>
                <a:lnTo>
                  <a:pt x="22690" y="442134"/>
                </a:lnTo>
                <a:lnTo>
                  <a:pt x="6087" y="417510"/>
                </a:lnTo>
                <a:lnTo>
                  <a:pt x="0" y="387350"/>
                </a:lnTo>
                <a:lnTo>
                  <a:pt x="0" y="77470"/>
                </a:lnTo>
                <a:close/>
              </a:path>
              <a:path w="2326005" h="3672840">
                <a:moveTo>
                  <a:pt x="0" y="613917"/>
                </a:moveTo>
                <a:lnTo>
                  <a:pt x="6087" y="583757"/>
                </a:lnTo>
                <a:lnTo>
                  <a:pt x="22690" y="559133"/>
                </a:lnTo>
                <a:lnTo>
                  <a:pt x="47314" y="542534"/>
                </a:lnTo>
                <a:lnTo>
                  <a:pt x="77470" y="536448"/>
                </a:lnTo>
                <a:lnTo>
                  <a:pt x="2248154" y="536448"/>
                </a:lnTo>
                <a:lnTo>
                  <a:pt x="2278314" y="542534"/>
                </a:lnTo>
                <a:lnTo>
                  <a:pt x="2302938" y="559133"/>
                </a:lnTo>
                <a:lnTo>
                  <a:pt x="2319537" y="583757"/>
                </a:lnTo>
                <a:lnTo>
                  <a:pt x="2325624" y="613917"/>
                </a:lnTo>
                <a:lnTo>
                  <a:pt x="2325624" y="923798"/>
                </a:lnTo>
                <a:lnTo>
                  <a:pt x="2319537" y="953958"/>
                </a:lnTo>
                <a:lnTo>
                  <a:pt x="2302938" y="978582"/>
                </a:lnTo>
                <a:lnTo>
                  <a:pt x="2278314" y="995181"/>
                </a:lnTo>
                <a:lnTo>
                  <a:pt x="2248154" y="1001267"/>
                </a:lnTo>
                <a:lnTo>
                  <a:pt x="77470" y="1001267"/>
                </a:lnTo>
                <a:lnTo>
                  <a:pt x="47314" y="995181"/>
                </a:lnTo>
                <a:lnTo>
                  <a:pt x="22690" y="978582"/>
                </a:lnTo>
                <a:lnTo>
                  <a:pt x="6087" y="953958"/>
                </a:lnTo>
                <a:lnTo>
                  <a:pt x="0" y="923798"/>
                </a:lnTo>
                <a:lnTo>
                  <a:pt x="0" y="613917"/>
                </a:lnTo>
                <a:close/>
              </a:path>
              <a:path w="2326005" h="3672840">
                <a:moveTo>
                  <a:pt x="0" y="1145793"/>
                </a:moveTo>
                <a:lnTo>
                  <a:pt x="6087" y="1115633"/>
                </a:lnTo>
                <a:lnTo>
                  <a:pt x="22690" y="1091009"/>
                </a:lnTo>
                <a:lnTo>
                  <a:pt x="47314" y="1074410"/>
                </a:lnTo>
                <a:lnTo>
                  <a:pt x="77470" y="1068324"/>
                </a:lnTo>
                <a:lnTo>
                  <a:pt x="2248154" y="1068324"/>
                </a:lnTo>
                <a:lnTo>
                  <a:pt x="2278314" y="1074410"/>
                </a:lnTo>
                <a:lnTo>
                  <a:pt x="2302938" y="1091009"/>
                </a:lnTo>
                <a:lnTo>
                  <a:pt x="2319537" y="1115633"/>
                </a:lnTo>
                <a:lnTo>
                  <a:pt x="2325624" y="1145793"/>
                </a:lnTo>
                <a:lnTo>
                  <a:pt x="2325624" y="1455674"/>
                </a:lnTo>
                <a:lnTo>
                  <a:pt x="2319537" y="1485834"/>
                </a:lnTo>
                <a:lnTo>
                  <a:pt x="2302938" y="1510458"/>
                </a:lnTo>
                <a:lnTo>
                  <a:pt x="2278314" y="1527057"/>
                </a:lnTo>
                <a:lnTo>
                  <a:pt x="2248154" y="1533144"/>
                </a:lnTo>
                <a:lnTo>
                  <a:pt x="77470" y="1533144"/>
                </a:lnTo>
                <a:lnTo>
                  <a:pt x="47314" y="1527057"/>
                </a:lnTo>
                <a:lnTo>
                  <a:pt x="22690" y="1510458"/>
                </a:lnTo>
                <a:lnTo>
                  <a:pt x="6087" y="1485834"/>
                </a:lnTo>
                <a:lnTo>
                  <a:pt x="0" y="1455674"/>
                </a:lnTo>
                <a:lnTo>
                  <a:pt x="0" y="1145793"/>
                </a:lnTo>
                <a:close/>
              </a:path>
              <a:path w="2326005" h="3672840">
                <a:moveTo>
                  <a:pt x="0" y="1680718"/>
                </a:moveTo>
                <a:lnTo>
                  <a:pt x="6087" y="1650557"/>
                </a:lnTo>
                <a:lnTo>
                  <a:pt x="22690" y="1625933"/>
                </a:lnTo>
                <a:lnTo>
                  <a:pt x="47314" y="1609334"/>
                </a:lnTo>
                <a:lnTo>
                  <a:pt x="77470" y="1603248"/>
                </a:lnTo>
                <a:lnTo>
                  <a:pt x="2248154" y="1603248"/>
                </a:lnTo>
                <a:lnTo>
                  <a:pt x="2278314" y="1609334"/>
                </a:lnTo>
                <a:lnTo>
                  <a:pt x="2302938" y="1625933"/>
                </a:lnTo>
                <a:lnTo>
                  <a:pt x="2319537" y="1650557"/>
                </a:lnTo>
                <a:lnTo>
                  <a:pt x="2325624" y="1680718"/>
                </a:lnTo>
                <a:lnTo>
                  <a:pt x="2325624" y="1990598"/>
                </a:lnTo>
                <a:lnTo>
                  <a:pt x="2319537" y="2020758"/>
                </a:lnTo>
                <a:lnTo>
                  <a:pt x="2302938" y="2045382"/>
                </a:lnTo>
                <a:lnTo>
                  <a:pt x="2278314" y="2061981"/>
                </a:lnTo>
                <a:lnTo>
                  <a:pt x="2248154" y="2068068"/>
                </a:lnTo>
                <a:lnTo>
                  <a:pt x="77470" y="2068068"/>
                </a:lnTo>
                <a:lnTo>
                  <a:pt x="47314" y="2061981"/>
                </a:lnTo>
                <a:lnTo>
                  <a:pt x="22690" y="2045382"/>
                </a:lnTo>
                <a:lnTo>
                  <a:pt x="6087" y="2020758"/>
                </a:lnTo>
                <a:lnTo>
                  <a:pt x="0" y="1990598"/>
                </a:lnTo>
                <a:lnTo>
                  <a:pt x="0" y="1680718"/>
                </a:lnTo>
                <a:close/>
              </a:path>
              <a:path w="2326005" h="3672840">
                <a:moveTo>
                  <a:pt x="0" y="2215642"/>
                </a:moveTo>
                <a:lnTo>
                  <a:pt x="6087" y="2185481"/>
                </a:lnTo>
                <a:lnTo>
                  <a:pt x="22690" y="2160857"/>
                </a:lnTo>
                <a:lnTo>
                  <a:pt x="47314" y="2144258"/>
                </a:lnTo>
                <a:lnTo>
                  <a:pt x="77470" y="2138172"/>
                </a:lnTo>
                <a:lnTo>
                  <a:pt x="2248154" y="2138172"/>
                </a:lnTo>
                <a:lnTo>
                  <a:pt x="2278314" y="2144258"/>
                </a:lnTo>
                <a:lnTo>
                  <a:pt x="2302938" y="2160857"/>
                </a:lnTo>
                <a:lnTo>
                  <a:pt x="2319537" y="2185481"/>
                </a:lnTo>
                <a:lnTo>
                  <a:pt x="2325624" y="2215642"/>
                </a:lnTo>
                <a:lnTo>
                  <a:pt x="2325624" y="2525522"/>
                </a:lnTo>
                <a:lnTo>
                  <a:pt x="2319537" y="2555682"/>
                </a:lnTo>
                <a:lnTo>
                  <a:pt x="2302938" y="2580306"/>
                </a:lnTo>
                <a:lnTo>
                  <a:pt x="2278314" y="2596905"/>
                </a:lnTo>
                <a:lnTo>
                  <a:pt x="2248154" y="2602992"/>
                </a:lnTo>
                <a:lnTo>
                  <a:pt x="77470" y="2602992"/>
                </a:lnTo>
                <a:lnTo>
                  <a:pt x="47314" y="2596905"/>
                </a:lnTo>
                <a:lnTo>
                  <a:pt x="22690" y="2580306"/>
                </a:lnTo>
                <a:lnTo>
                  <a:pt x="6087" y="2555682"/>
                </a:lnTo>
                <a:lnTo>
                  <a:pt x="0" y="2525522"/>
                </a:lnTo>
                <a:lnTo>
                  <a:pt x="0" y="2215642"/>
                </a:lnTo>
                <a:close/>
              </a:path>
              <a:path w="2326005" h="3672840">
                <a:moveTo>
                  <a:pt x="0" y="2750566"/>
                </a:moveTo>
                <a:lnTo>
                  <a:pt x="6087" y="2720405"/>
                </a:lnTo>
                <a:lnTo>
                  <a:pt x="22690" y="2695781"/>
                </a:lnTo>
                <a:lnTo>
                  <a:pt x="47314" y="2679182"/>
                </a:lnTo>
                <a:lnTo>
                  <a:pt x="77470" y="2673096"/>
                </a:lnTo>
                <a:lnTo>
                  <a:pt x="2248154" y="2673096"/>
                </a:lnTo>
                <a:lnTo>
                  <a:pt x="2278314" y="2679182"/>
                </a:lnTo>
                <a:lnTo>
                  <a:pt x="2302938" y="2695781"/>
                </a:lnTo>
                <a:lnTo>
                  <a:pt x="2319537" y="2720405"/>
                </a:lnTo>
                <a:lnTo>
                  <a:pt x="2325624" y="2750566"/>
                </a:lnTo>
                <a:lnTo>
                  <a:pt x="2325624" y="3060446"/>
                </a:lnTo>
                <a:lnTo>
                  <a:pt x="2319537" y="3090606"/>
                </a:lnTo>
                <a:lnTo>
                  <a:pt x="2302938" y="3115230"/>
                </a:lnTo>
                <a:lnTo>
                  <a:pt x="2278314" y="3131829"/>
                </a:lnTo>
                <a:lnTo>
                  <a:pt x="2248154" y="3137916"/>
                </a:lnTo>
                <a:lnTo>
                  <a:pt x="77470" y="3137916"/>
                </a:lnTo>
                <a:lnTo>
                  <a:pt x="47314" y="3131829"/>
                </a:lnTo>
                <a:lnTo>
                  <a:pt x="22690" y="3115230"/>
                </a:lnTo>
                <a:lnTo>
                  <a:pt x="6087" y="3090606"/>
                </a:lnTo>
                <a:lnTo>
                  <a:pt x="0" y="3060446"/>
                </a:lnTo>
                <a:lnTo>
                  <a:pt x="0" y="2750566"/>
                </a:lnTo>
                <a:close/>
              </a:path>
              <a:path w="2326005" h="3672840">
                <a:moveTo>
                  <a:pt x="0" y="3285490"/>
                </a:moveTo>
                <a:lnTo>
                  <a:pt x="6087" y="3255334"/>
                </a:lnTo>
                <a:lnTo>
                  <a:pt x="22690" y="3230710"/>
                </a:lnTo>
                <a:lnTo>
                  <a:pt x="47314" y="3214107"/>
                </a:lnTo>
                <a:lnTo>
                  <a:pt x="77470" y="3208020"/>
                </a:lnTo>
                <a:lnTo>
                  <a:pt x="2248154" y="3208020"/>
                </a:lnTo>
                <a:lnTo>
                  <a:pt x="2278314" y="3214107"/>
                </a:lnTo>
                <a:lnTo>
                  <a:pt x="2302938" y="3230710"/>
                </a:lnTo>
                <a:lnTo>
                  <a:pt x="2319537" y="3255334"/>
                </a:lnTo>
                <a:lnTo>
                  <a:pt x="2325624" y="3285490"/>
                </a:lnTo>
                <a:lnTo>
                  <a:pt x="2325624" y="3595370"/>
                </a:lnTo>
                <a:lnTo>
                  <a:pt x="2319537" y="3625525"/>
                </a:lnTo>
                <a:lnTo>
                  <a:pt x="2302938" y="3650149"/>
                </a:lnTo>
                <a:lnTo>
                  <a:pt x="2278314" y="3666752"/>
                </a:lnTo>
                <a:lnTo>
                  <a:pt x="2248154" y="3672840"/>
                </a:lnTo>
                <a:lnTo>
                  <a:pt x="77470" y="3672840"/>
                </a:lnTo>
                <a:lnTo>
                  <a:pt x="47314" y="3666752"/>
                </a:lnTo>
                <a:lnTo>
                  <a:pt x="22690" y="3650149"/>
                </a:lnTo>
                <a:lnTo>
                  <a:pt x="6087" y="3625525"/>
                </a:lnTo>
                <a:lnTo>
                  <a:pt x="0" y="3595370"/>
                </a:lnTo>
                <a:lnTo>
                  <a:pt x="0" y="3285490"/>
                </a:lnTo>
                <a:close/>
              </a:path>
            </a:pathLst>
          </a:custGeom>
          <a:ln w="28575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40663" y="1819782"/>
            <a:ext cx="13906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Arial"/>
                <a:cs typeface="Arial"/>
              </a:rPr>
              <a:t>OSI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Model</a:t>
            </a:r>
            <a:endParaRPr sz="22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881878" y="2391917"/>
            <a:ext cx="2324100" cy="3671570"/>
          </a:xfrm>
          <a:custGeom>
            <a:avLst/>
            <a:gdLst/>
            <a:ahLst/>
            <a:cxnLst/>
            <a:rect l="l" t="t" r="r" b="b"/>
            <a:pathLst>
              <a:path w="2324100" h="3671570">
                <a:moveTo>
                  <a:pt x="0" y="256540"/>
                </a:moveTo>
                <a:lnTo>
                  <a:pt x="4131" y="210413"/>
                </a:lnTo>
                <a:lnTo>
                  <a:pt x="16044" y="167005"/>
                </a:lnTo>
                <a:lnTo>
                  <a:pt x="35014" y="127037"/>
                </a:lnTo>
                <a:lnTo>
                  <a:pt x="60318" y="91234"/>
                </a:lnTo>
                <a:lnTo>
                  <a:pt x="91234" y="60318"/>
                </a:lnTo>
                <a:lnTo>
                  <a:pt x="127037" y="35014"/>
                </a:lnTo>
                <a:lnTo>
                  <a:pt x="167005" y="16044"/>
                </a:lnTo>
                <a:lnTo>
                  <a:pt x="210413" y="4131"/>
                </a:lnTo>
                <a:lnTo>
                  <a:pt x="256539" y="0"/>
                </a:lnTo>
                <a:lnTo>
                  <a:pt x="2067560" y="0"/>
                </a:lnTo>
                <a:lnTo>
                  <a:pt x="2113686" y="4131"/>
                </a:lnTo>
                <a:lnTo>
                  <a:pt x="2157094" y="16044"/>
                </a:lnTo>
                <a:lnTo>
                  <a:pt x="2197062" y="35014"/>
                </a:lnTo>
                <a:lnTo>
                  <a:pt x="2232865" y="60318"/>
                </a:lnTo>
                <a:lnTo>
                  <a:pt x="2263781" y="91234"/>
                </a:lnTo>
                <a:lnTo>
                  <a:pt x="2289085" y="127037"/>
                </a:lnTo>
                <a:lnTo>
                  <a:pt x="2308055" y="167005"/>
                </a:lnTo>
                <a:lnTo>
                  <a:pt x="2319968" y="210413"/>
                </a:lnTo>
                <a:lnTo>
                  <a:pt x="2324100" y="256540"/>
                </a:lnTo>
                <a:lnTo>
                  <a:pt x="2324100" y="1282700"/>
                </a:lnTo>
                <a:lnTo>
                  <a:pt x="2319968" y="1328826"/>
                </a:lnTo>
                <a:lnTo>
                  <a:pt x="2308055" y="1372234"/>
                </a:lnTo>
                <a:lnTo>
                  <a:pt x="2289085" y="1412202"/>
                </a:lnTo>
                <a:lnTo>
                  <a:pt x="2263781" y="1448005"/>
                </a:lnTo>
                <a:lnTo>
                  <a:pt x="2232865" y="1478921"/>
                </a:lnTo>
                <a:lnTo>
                  <a:pt x="2197062" y="1504225"/>
                </a:lnTo>
                <a:lnTo>
                  <a:pt x="2157094" y="1523195"/>
                </a:lnTo>
                <a:lnTo>
                  <a:pt x="2113686" y="1535108"/>
                </a:lnTo>
                <a:lnTo>
                  <a:pt x="2067560" y="1539240"/>
                </a:lnTo>
                <a:lnTo>
                  <a:pt x="256539" y="1539240"/>
                </a:lnTo>
                <a:lnTo>
                  <a:pt x="210413" y="1535108"/>
                </a:lnTo>
                <a:lnTo>
                  <a:pt x="167005" y="1523195"/>
                </a:lnTo>
                <a:lnTo>
                  <a:pt x="127037" y="1504225"/>
                </a:lnTo>
                <a:lnTo>
                  <a:pt x="91234" y="1478921"/>
                </a:lnTo>
                <a:lnTo>
                  <a:pt x="60318" y="1448005"/>
                </a:lnTo>
                <a:lnTo>
                  <a:pt x="35014" y="1412202"/>
                </a:lnTo>
                <a:lnTo>
                  <a:pt x="16044" y="1372234"/>
                </a:lnTo>
                <a:lnTo>
                  <a:pt x="4131" y="1328826"/>
                </a:lnTo>
                <a:lnTo>
                  <a:pt x="0" y="1282700"/>
                </a:lnTo>
                <a:lnTo>
                  <a:pt x="0" y="256540"/>
                </a:lnTo>
                <a:close/>
              </a:path>
              <a:path w="2324100" h="3671570">
                <a:moveTo>
                  <a:pt x="0" y="1679194"/>
                </a:moveTo>
                <a:lnTo>
                  <a:pt x="6086" y="1649033"/>
                </a:lnTo>
                <a:lnTo>
                  <a:pt x="22685" y="1624409"/>
                </a:lnTo>
                <a:lnTo>
                  <a:pt x="47309" y="1607810"/>
                </a:lnTo>
                <a:lnTo>
                  <a:pt x="77470" y="1601724"/>
                </a:lnTo>
                <a:lnTo>
                  <a:pt x="2246629" y="1601724"/>
                </a:lnTo>
                <a:lnTo>
                  <a:pt x="2276790" y="1607810"/>
                </a:lnTo>
                <a:lnTo>
                  <a:pt x="2301414" y="1624409"/>
                </a:lnTo>
                <a:lnTo>
                  <a:pt x="2318013" y="1649033"/>
                </a:lnTo>
                <a:lnTo>
                  <a:pt x="2324100" y="1679194"/>
                </a:lnTo>
                <a:lnTo>
                  <a:pt x="2324100" y="1989074"/>
                </a:lnTo>
                <a:lnTo>
                  <a:pt x="2318013" y="2019234"/>
                </a:lnTo>
                <a:lnTo>
                  <a:pt x="2301414" y="2043858"/>
                </a:lnTo>
                <a:lnTo>
                  <a:pt x="2276790" y="2060457"/>
                </a:lnTo>
                <a:lnTo>
                  <a:pt x="2246629" y="2066544"/>
                </a:lnTo>
                <a:lnTo>
                  <a:pt x="77470" y="2066544"/>
                </a:lnTo>
                <a:lnTo>
                  <a:pt x="47309" y="2060457"/>
                </a:lnTo>
                <a:lnTo>
                  <a:pt x="22685" y="2043858"/>
                </a:lnTo>
                <a:lnTo>
                  <a:pt x="6086" y="2019234"/>
                </a:lnTo>
                <a:lnTo>
                  <a:pt x="0" y="1989074"/>
                </a:lnTo>
                <a:lnTo>
                  <a:pt x="0" y="1679194"/>
                </a:lnTo>
                <a:close/>
              </a:path>
              <a:path w="2324100" h="3671570">
                <a:moveTo>
                  <a:pt x="0" y="2214118"/>
                </a:moveTo>
                <a:lnTo>
                  <a:pt x="6086" y="2183957"/>
                </a:lnTo>
                <a:lnTo>
                  <a:pt x="22685" y="2159333"/>
                </a:lnTo>
                <a:lnTo>
                  <a:pt x="47309" y="2142734"/>
                </a:lnTo>
                <a:lnTo>
                  <a:pt x="77470" y="2136648"/>
                </a:lnTo>
                <a:lnTo>
                  <a:pt x="2246629" y="2136648"/>
                </a:lnTo>
                <a:lnTo>
                  <a:pt x="2276790" y="2142734"/>
                </a:lnTo>
                <a:lnTo>
                  <a:pt x="2301414" y="2159333"/>
                </a:lnTo>
                <a:lnTo>
                  <a:pt x="2318013" y="2183957"/>
                </a:lnTo>
                <a:lnTo>
                  <a:pt x="2324100" y="2214118"/>
                </a:lnTo>
                <a:lnTo>
                  <a:pt x="2324100" y="2523998"/>
                </a:lnTo>
                <a:lnTo>
                  <a:pt x="2318013" y="2554158"/>
                </a:lnTo>
                <a:lnTo>
                  <a:pt x="2301414" y="2578782"/>
                </a:lnTo>
                <a:lnTo>
                  <a:pt x="2276790" y="2595381"/>
                </a:lnTo>
                <a:lnTo>
                  <a:pt x="2246629" y="2601468"/>
                </a:lnTo>
                <a:lnTo>
                  <a:pt x="77470" y="2601468"/>
                </a:lnTo>
                <a:lnTo>
                  <a:pt x="47309" y="2595381"/>
                </a:lnTo>
                <a:lnTo>
                  <a:pt x="22685" y="2578782"/>
                </a:lnTo>
                <a:lnTo>
                  <a:pt x="6086" y="2554158"/>
                </a:lnTo>
                <a:lnTo>
                  <a:pt x="0" y="2523998"/>
                </a:lnTo>
                <a:lnTo>
                  <a:pt x="0" y="2214118"/>
                </a:lnTo>
                <a:close/>
              </a:path>
              <a:path w="2324100" h="3671570">
                <a:moveTo>
                  <a:pt x="0" y="2822956"/>
                </a:moveTo>
                <a:lnTo>
                  <a:pt x="6059" y="2777843"/>
                </a:lnTo>
                <a:lnTo>
                  <a:pt x="23161" y="2737310"/>
                </a:lnTo>
                <a:lnTo>
                  <a:pt x="49688" y="2702972"/>
                </a:lnTo>
                <a:lnTo>
                  <a:pt x="84026" y="2676445"/>
                </a:lnTo>
                <a:lnTo>
                  <a:pt x="124559" y="2659343"/>
                </a:lnTo>
                <a:lnTo>
                  <a:pt x="169672" y="2653284"/>
                </a:lnTo>
                <a:lnTo>
                  <a:pt x="2154428" y="2653284"/>
                </a:lnTo>
                <a:lnTo>
                  <a:pt x="2199540" y="2659343"/>
                </a:lnTo>
                <a:lnTo>
                  <a:pt x="2240073" y="2676445"/>
                </a:lnTo>
                <a:lnTo>
                  <a:pt x="2274411" y="2702972"/>
                </a:lnTo>
                <a:lnTo>
                  <a:pt x="2300938" y="2737310"/>
                </a:lnTo>
                <a:lnTo>
                  <a:pt x="2318040" y="2777843"/>
                </a:lnTo>
                <a:lnTo>
                  <a:pt x="2324100" y="2822956"/>
                </a:lnTo>
                <a:lnTo>
                  <a:pt x="2324100" y="3501644"/>
                </a:lnTo>
                <a:lnTo>
                  <a:pt x="2318040" y="3546747"/>
                </a:lnTo>
                <a:lnTo>
                  <a:pt x="2300938" y="3587277"/>
                </a:lnTo>
                <a:lnTo>
                  <a:pt x="2274411" y="3621617"/>
                </a:lnTo>
                <a:lnTo>
                  <a:pt x="2240073" y="3648149"/>
                </a:lnTo>
                <a:lnTo>
                  <a:pt x="2199540" y="3665254"/>
                </a:lnTo>
                <a:lnTo>
                  <a:pt x="2154428" y="3671316"/>
                </a:lnTo>
                <a:lnTo>
                  <a:pt x="169672" y="3671316"/>
                </a:lnTo>
                <a:lnTo>
                  <a:pt x="124559" y="3665254"/>
                </a:lnTo>
                <a:lnTo>
                  <a:pt x="84026" y="3648149"/>
                </a:lnTo>
                <a:lnTo>
                  <a:pt x="49688" y="3621617"/>
                </a:lnTo>
                <a:lnTo>
                  <a:pt x="23161" y="3587277"/>
                </a:lnTo>
                <a:lnTo>
                  <a:pt x="6059" y="3546747"/>
                </a:lnTo>
                <a:lnTo>
                  <a:pt x="0" y="3501644"/>
                </a:lnTo>
                <a:lnTo>
                  <a:pt x="0" y="2822956"/>
                </a:lnTo>
                <a:close/>
              </a:path>
            </a:pathLst>
          </a:custGeom>
          <a:ln w="28575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098540" y="1485722"/>
            <a:ext cx="18903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Arial"/>
                <a:cs typeface="Arial"/>
              </a:rPr>
              <a:t>Protocols</a:t>
            </a:r>
            <a:r>
              <a:rPr sz="2200" b="1" spc="-125" dirty="0">
                <a:latin typeface="Arial"/>
                <a:cs typeface="Arial"/>
              </a:rPr>
              <a:t> </a:t>
            </a:r>
            <a:r>
              <a:rPr sz="2200" b="1" spc="-25" dirty="0">
                <a:latin typeface="Arial"/>
                <a:cs typeface="Arial"/>
              </a:rPr>
              <a:t>and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b="1" spc="-10" dirty="0">
                <a:latin typeface="Arial"/>
                <a:cs typeface="Arial"/>
              </a:rPr>
              <a:t>Services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91906" y="2384298"/>
            <a:ext cx="3255645" cy="3672840"/>
          </a:xfrm>
          <a:custGeom>
            <a:avLst/>
            <a:gdLst/>
            <a:ahLst/>
            <a:cxnLst/>
            <a:rect l="l" t="t" r="r" b="b"/>
            <a:pathLst>
              <a:path w="3255645" h="3672840">
                <a:moveTo>
                  <a:pt x="0" y="256793"/>
                </a:moveTo>
                <a:lnTo>
                  <a:pt x="4136" y="210625"/>
                </a:lnTo>
                <a:lnTo>
                  <a:pt x="16061" y="167175"/>
                </a:lnTo>
                <a:lnTo>
                  <a:pt x="35051" y="127169"/>
                </a:lnTo>
                <a:lnTo>
                  <a:pt x="60383" y="91330"/>
                </a:lnTo>
                <a:lnTo>
                  <a:pt x="91330" y="60383"/>
                </a:lnTo>
                <a:lnTo>
                  <a:pt x="127169" y="35051"/>
                </a:lnTo>
                <a:lnTo>
                  <a:pt x="167175" y="16061"/>
                </a:lnTo>
                <a:lnTo>
                  <a:pt x="210625" y="4136"/>
                </a:lnTo>
                <a:lnTo>
                  <a:pt x="256794" y="0"/>
                </a:lnTo>
                <a:lnTo>
                  <a:pt x="2998470" y="0"/>
                </a:lnTo>
                <a:lnTo>
                  <a:pt x="3044638" y="4136"/>
                </a:lnTo>
                <a:lnTo>
                  <a:pt x="3088088" y="16061"/>
                </a:lnTo>
                <a:lnTo>
                  <a:pt x="3128094" y="35052"/>
                </a:lnTo>
                <a:lnTo>
                  <a:pt x="3163933" y="60383"/>
                </a:lnTo>
                <a:lnTo>
                  <a:pt x="3194880" y="91330"/>
                </a:lnTo>
                <a:lnTo>
                  <a:pt x="3220212" y="127169"/>
                </a:lnTo>
                <a:lnTo>
                  <a:pt x="3239202" y="167175"/>
                </a:lnTo>
                <a:lnTo>
                  <a:pt x="3251127" y="210625"/>
                </a:lnTo>
                <a:lnTo>
                  <a:pt x="3255264" y="256793"/>
                </a:lnTo>
                <a:lnTo>
                  <a:pt x="3255264" y="1283970"/>
                </a:lnTo>
                <a:lnTo>
                  <a:pt x="3251127" y="1330138"/>
                </a:lnTo>
                <a:lnTo>
                  <a:pt x="3239202" y="1373588"/>
                </a:lnTo>
                <a:lnTo>
                  <a:pt x="3220212" y="1413594"/>
                </a:lnTo>
                <a:lnTo>
                  <a:pt x="3194880" y="1449433"/>
                </a:lnTo>
                <a:lnTo>
                  <a:pt x="3163933" y="1480380"/>
                </a:lnTo>
                <a:lnTo>
                  <a:pt x="3128094" y="1505712"/>
                </a:lnTo>
                <a:lnTo>
                  <a:pt x="3088088" y="1524702"/>
                </a:lnTo>
                <a:lnTo>
                  <a:pt x="3044638" y="1536627"/>
                </a:lnTo>
                <a:lnTo>
                  <a:pt x="2998470" y="1540764"/>
                </a:lnTo>
                <a:lnTo>
                  <a:pt x="256794" y="1540764"/>
                </a:lnTo>
                <a:lnTo>
                  <a:pt x="210625" y="1536627"/>
                </a:lnTo>
                <a:lnTo>
                  <a:pt x="167175" y="1524702"/>
                </a:lnTo>
                <a:lnTo>
                  <a:pt x="127169" y="1505712"/>
                </a:lnTo>
                <a:lnTo>
                  <a:pt x="91330" y="1480380"/>
                </a:lnTo>
                <a:lnTo>
                  <a:pt x="60383" y="1449433"/>
                </a:lnTo>
                <a:lnTo>
                  <a:pt x="35051" y="1413594"/>
                </a:lnTo>
                <a:lnTo>
                  <a:pt x="16061" y="1373588"/>
                </a:lnTo>
                <a:lnTo>
                  <a:pt x="4136" y="1330138"/>
                </a:lnTo>
                <a:lnTo>
                  <a:pt x="0" y="1283970"/>
                </a:lnTo>
                <a:lnTo>
                  <a:pt x="0" y="256793"/>
                </a:lnTo>
                <a:close/>
              </a:path>
              <a:path w="3255645" h="3672840">
                <a:moveTo>
                  <a:pt x="0" y="1680718"/>
                </a:moveTo>
                <a:lnTo>
                  <a:pt x="6086" y="1650557"/>
                </a:lnTo>
                <a:lnTo>
                  <a:pt x="22685" y="1625933"/>
                </a:lnTo>
                <a:lnTo>
                  <a:pt x="47309" y="1609334"/>
                </a:lnTo>
                <a:lnTo>
                  <a:pt x="77470" y="1603247"/>
                </a:lnTo>
                <a:lnTo>
                  <a:pt x="3177794" y="1603247"/>
                </a:lnTo>
                <a:lnTo>
                  <a:pt x="3207954" y="1609334"/>
                </a:lnTo>
                <a:lnTo>
                  <a:pt x="3232578" y="1625933"/>
                </a:lnTo>
                <a:lnTo>
                  <a:pt x="3249177" y="1650557"/>
                </a:lnTo>
                <a:lnTo>
                  <a:pt x="3255264" y="1680718"/>
                </a:lnTo>
                <a:lnTo>
                  <a:pt x="3255264" y="1990597"/>
                </a:lnTo>
                <a:lnTo>
                  <a:pt x="3249177" y="2020758"/>
                </a:lnTo>
                <a:lnTo>
                  <a:pt x="3232578" y="2045382"/>
                </a:lnTo>
                <a:lnTo>
                  <a:pt x="3207954" y="2061981"/>
                </a:lnTo>
                <a:lnTo>
                  <a:pt x="3177794" y="2068068"/>
                </a:lnTo>
                <a:lnTo>
                  <a:pt x="77470" y="2068068"/>
                </a:lnTo>
                <a:lnTo>
                  <a:pt x="47309" y="2061981"/>
                </a:lnTo>
                <a:lnTo>
                  <a:pt x="22685" y="2045382"/>
                </a:lnTo>
                <a:lnTo>
                  <a:pt x="6086" y="2020758"/>
                </a:lnTo>
                <a:lnTo>
                  <a:pt x="0" y="1990597"/>
                </a:lnTo>
                <a:lnTo>
                  <a:pt x="0" y="1680718"/>
                </a:lnTo>
                <a:close/>
              </a:path>
              <a:path w="3255645" h="3672840">
                <a:moveTo>
                  <a:pt x="0" y="2215641"/>
                </a:moveTo>
                <a:lnTo>
                  <a:pt x="6086" y="2185481"/>
                </a:lnTo>
                <a:lnTo>
                  <a:pt x="22685" y="2160857"/>
                </a:lnTo>
                <a:lnTo>
                  <a:pt x="47309" y="2144258"/>
                </a:lnTo>
                <a:lnTo>
                  <a:pt x="77470" y="2138172"/>
                </a:lnTo>
                <a:lnTo>
                  <a:pt x="3177794" y="2138172"/>
                </a:lnTo>
                <a:lnTo>
                  <a:pt x="3207954" y="2144258"/>
                </a:lnTo>
                <a:lnTo>
                  <a:pt x="3232578" y="2160857"/>
                </a:lnTo>
                <a:lnTo>
                  <a:pt x="3249177" y="2185481"/>
                </a:lnTo>
                <a:lnTo>
                  <a:pt x="3255264" y="2215641"/>
                </a:lnTo>
                <a:lnTo>
                  <a:pt x="3255264" y="2525522"/>
                </a:lnTo>
                <a:lnTo>
                  <a:pt x="3249177" y="2555682"/>
                </a:lnTo>
                <a:lnTo>
                  <a:pt x="3232578" y="2580306"/>
                </a:lnTo>
                <a:lnTo>
                  <a:pt x="3207954" y="2596905"/>
                </a:lnTo>
                <a:lnTo>
                  <a:pt x="3177794" y="2602991"/>
                </a:lnTo>
                <a:lnTo>
                  <a:pt x="77470" y="2602991"/>
                </a:lnTo>
                <a:lnTo>
                  <a:pt x="47309" y="2596905"/>
                </a:lnTo>
                <a:lnTo>
                  <a:pt x="22685" y="2580306"/>
                </a:lnTo>
                <a:lnTo>
                  <a:pt x="6086" y="2555682"/>
                </a:lnTo>
                <a:lnTo>
                  <a:pt x="0" y="2525522"/>
                </a:lnTo>
                <a:lnTo>
                  <a:pt x="0" y="2215641"/>
                </a:lnTo>
                <a:close/>
              </a:path>
              <a:path w="3255645" h="3672840">
                <a:moveTo>
                  <a:pt x="0" y="2824479"/>
                </a:moveTo>
                <a:lnTo>
                  <a:pt x="6059" y="2779367"/>
                </a:lnTo>
                <a:lnTo>
                  <a:pt x="23161" y="2738834"/>
                </a:lnTo>
                <a:lnTo>
                  <a:pt x="49688" y="2704496"/>
                </a:lnTo>
                <a:lnTo>
                  <a:pt x="84026" y="2677969"/>
                </a:lnTo>
                <a:lnTo>
                  <a:pt x="124559" y="2660867"/>
                </a:lnTo>
                <a:lnTo>
                  <a:pt x="169672" y="2654808"/>
                </a:lnTo>
                <a:lnTo>
                  <a:pt x="3085592" y="2654808"/>
                </a:lnTo>
                <a:lnTo>
                  <a:pt x="3130704" y="2660867"/>
                </a:lnTo>
                <a:lnTo>
                  <a:pt x="3171237" y="2677969"/>
                </a:lnTo>
                <a:lnTo>
                  <a:pt x="3205575" y="2704496"/>
                </a:lnTo>
                <a:lnTo>
                  <a:pt x="3232102" y="2738834"/>
                </a:lnTo>
                <a:lnTo>
                  <a:pt x="3249204" y="2779367"/>
                </a:lnTo>
                <a:lnTo>
                  <a:pt x="3255264" y="2824479"/>
                </a:lnTo>
                <a:lnTo>
                  <a:pt x="3255264" y="3503167"/>
                </a:lnTo>
                <a:lnTo>
                  <a:pt x="3249204" y="3548271"/>
                </a:lnTo>
                <a:lnTo>
                  <a:pt x="3232102" y="3588801"/>
                </a:lnTo>
                <a:lnTo>
                  <a:pt x="3205575" y="3623141"/>
                </a:lnTo>
                <a:lnTo>
                  <a:pt x="3171237" y="3649673"/>
                </a:lnTo>
                <a:lnTo>
                  <a:pt x="3130704" y="3666778"/>
                </a:lnTo>
                <a:lnTo>
                  <a:pt x="3085592" y="3672840"/>
                </a:lnTo>
                <a:lnTo>
                  <a:pt x="169672" y="3672840"/>
                </a:lnTo>
                <a:lnTo>
                  <a:pt x="124559" y="3666778"/>
                </a:lnTo>
                <a:lnTo>
                  <a:pt x="84026" y="3649673"/>
                </a:lnTo>
                <a:lnTo>
                  <a:pt x="49688" y="3623141"/>
                </a:lnTo>
                <a:lnTo>
                  <a:pt x="23161" y="3588801"/>
                </a:lnTo>
                <a:lnTo>
                  <a:pt x="6059" y="3548271"/>
                </a:lnTo>
                <a:lnTo>
                  <a:pt x="0" y="3503167"/>
                </a:lnTo>
                <a:lnTo>
                  <a:pt x="0" y="2824479"/>
                </a:lnTo>
                <a:close/>
              </a:path>
            </a:pathLst>
          </a:custGeom>
          <a:ln w="28575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670163" y="1820672"/>
            <a:ext cx="2700020" cy="2547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9154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Arial"/>
                <a:cs typeface="Arial"/>
              </a:rPr>
              <a:t>Attacks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80"/>
              </a:spcBef>
            </a:pPr>
            <a:r>
              <a:rPr sz="2000" dirty="0">
                <a:latin typeface="Arial"/>
                <a:cs typeface="Arial"/>
              </a:rPr>
              <a:t>Reflection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and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Amplification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(DNS,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NTP,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SSDP,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etc),</a:t>
            </a:r>
            <a:endParaRPr sz="2000">
              <a:latin typeface="Arial"/>
              <a:cs typeface="Arial"/>
            </a:endParaRPr>
          </a:p>
          <a:p>
            <a:pPr marL="154305" marR="149860" indent="1270" algn="ctr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Slowloris,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SIP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Flood, </a:t>
            </a:r>
            <a:r>
              <a:rPr sz="2000" dirty="0">
                <a:latin typeface="Arial"/>
                <a:cs typeface="Arial"/>
              </a:rPr>
              <a:t>Complex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DB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Queries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235"/>
              </a:spcBef>
            </a:pPr>
            <a:r>
              <a:rPr sz="2000" dirty="0">
                <a:latin typeface="Arial"/>
                <a:cs typeface="Arial"/>
              </a:rPr>
              <a:t>SYN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Flood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58153" y="6624218"/>
            <a:ext cx="77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solidFill>
                  <a:srgbClr val="BEBEBE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94868" y="6268313"/>
            <a:ext cx="108267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Arial"/>
                <a:cs typeface="Arial"/>
              </a:rPr>
              <a:t>*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Colour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animated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slide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DDoS</a:t>
            </a:r>
            <a:r>
              <a:rPr spc="-35" dirty="0"/>
              <a:t> </a:t>
            </a:r>
            <a:r>
              <a:rPr spc="-45" dirty="0"/>
              <a:t>Trends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58153" y="6624218"/>
            <a:ext cx="77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solidFill>
                  <a:srgbClr val="BEBEBE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974" y="1181570"/>
            <a:ext cx="11158220" cy="481901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DDoS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attacks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have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changed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and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grown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over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years</a:t>
            </a:r>
            <a:endParaRPr sz="28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Connection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exhaustion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attacks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are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hard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track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and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report</a:t>
            </a:r>
            <a:endParaRPr sz="28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Bandwidth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attacks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are</a:t>
            </a:r>
            <a:r>
              <a:rPr sz="2800" spc="-1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commonly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reported</a:t>
            </a:r>
            <a:endParaRPr sz="28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25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2.3Tbps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attack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against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AWS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–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Feb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2020</a:t>
            </a:r>
            <a:endParaRPr sz="24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5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1.7Tbps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attack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(unnamed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victim)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–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March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2019</a:t>
            </a:r>
            <a:endParaRPr sz="24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04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1.3Tbps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attack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against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GitHub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–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Feb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2018</a:t>
            </a:r>
            <a:endParaRPr sz="24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5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1.2Tbps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attack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against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Dyn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DNS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-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2016</a:t>
            </a:r>
            <a:endParaRPr sz="24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9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500Gbps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attack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against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HK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Apple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Daily/PopVote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–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June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2014</a:t>
            </a:r>
            <a:endParaRPr sz="24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00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300Gbps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attack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against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Spamhaus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–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March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2013</a:t>
            </a:r>
            <a:endParaRPr sz="24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9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60Gbps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attacks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against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several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banks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–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Late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2012</a:t>
            </a:r>
            <a:endParaRPr sz="24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Reports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show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average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DDoS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is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1-</a:t>
            </a:r>
            <a:r>
              <a:rPr sz="2800" dirty="0">
                <a:latin typeface="Verdana"/>
                <a:cs typeface="Verdana"/>
              </a:rPr>
              <a:t>25Gbps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and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lasts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&lt;4h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Anatomy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Plain</a:t>
            </a:r>
            <a:r>
              <a:rPr spc="-25" dirty="0"/>
              <a:t> </a:t>
            </a:r>
            <a:r>
              <a:rPr dirty="0"/>
              <a:t>DoS</a:t>
            </a:r>
            <a:r>
              <a:rPr spc="-40" dirty="0"/>
              <a:t> </a:t>
            </a:r>
            <a:r>
              <a:rPr spc="-10" dirty="0"/>
              <a:t>Attack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38486" y="3089125"/>
            <a:ext cx="8176259" cy="1833880"/>
            <a:chOff x="2238486" y="3089125"/>
            <a:chExt cx="8176259" cy="1833880"/>
          </a:xfrm>
        </p:grpSpPr>
        <p:sp>
          <p:nvSpPr>
            <p:cNvPr id="4" name="object 4"/>
            <p:cNvSpPr/>
            <p:nvPr/>
          </p:nvSpPr>
          <p:spPr>
            <a:xfrm>
              <a:off x="3011423" y="4067556"/>
              <a:ext cx="6880225" cy="355600"/>
            </a:xfrm>
            <a:custGeom>
              <a:avLst/>
              <a:gdLst/>
              <a:ahLst/>
              <a:cxnLst/>
              <a:rect l="l" t="t" r="r" b="b"/>
              <a:pathLst>
                <a:path w="6880225" h="355600">
                  <a:moveTo>
                    <a:pt x="0" y="0"/>
                  </a:moveTo>
                  <a:lnTo>
                    <a:pt x="6879971" y="0"/>
                  </a:lnTo>
                </a:path>
                <a:path w="6880225" h="355600">
                  <a:moveTo>
                    <a:pt x="0" y="355092"/>
                  </a:moveTo>
                  <a:lnTo>
                    <a:pt x="6537071" y="355092"/>
                  </a:lnTo>
                </a:path>
              </a:pathLst>
            </a:custGeom>
            <a:ln w="57150">
              <a:solidFill>
                <a:srgbClr val="4471C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38476" y="3312909"/>
              <a:ext cx="1283970" cy="1517650"/>
            </a:xfrm>
            <a:custGeom>
              <a:avLst/>
              <a:gdLst/>
              <a:ahLst/>
              <a:cxnLst/>
              <a:rect l="l" t="t" r="r" b="b"/>
              <a:pathLst>
                <a:path w="1283970" h="1517650">
                  <a:moveTo>
                    <a:pt x="1037412" y="642429"/>
                  </a:moveTo>
                  <a:lnTo>
                    <a:pt x="889190" y="654685"/>
                  </a:lnTo>
                  <a:lnTo>
                    <a:pt x="740600" y="659726"/>
                  </a:lnTo>
                  <a:lnTo>
                    <a:pt x="492658" y="658850"/>
                  </a:lnTo>
                  <a:lnTo>
                    <a:pt x="344068" y="651395"/>
                  </a:lnTo>
                  <a:lnTo>
                    <a:pt x="245262" y="642429"/>
                  </a:lnTo>
                  <a:lnTo>
                    <a:pt x="247586" y="697141"/>
                  </a:lnTo>
                  <a:lnTo>
                    <a:pt x="254419" y="746899"/>
                  </a:lnTo>
                  <a:lnTo>
                    <a:pt x="265480" y="794791"/>
                  </a:lnTo>
                  <a:lnTo>
                    <a:pt x="280568" y="840511"/>
                  </a:lnTo>
                  <a:lnTo>
                    <a:pt x="299415" y="883793"/>
                  </a:lnTo>
                  <a:lnTo>
                    <a:pt x="321779" y="924318"/>
                  </a:lnTo>
                  <a:lnTo>
                    <a:pt x="347433" y="961821"/>
                  </a:lnTo>
                  <a:lnTo>
                    <a:pt x="376123" y="995984"/>
                  </a:lnTo>
                  <a:lnTo>
                    <a:pt x="407619" y="1026541"/>
                  </a:lnTo>
                  <a:lnTo>
                    <a:pt x="441655" y="1053198"/>
                  </a:lnTo>
                  <a:lnTo>
                    <a:pt x="478015" y="1075664"/>
                  </a:lnTo>
                  <a:lnTo>
                    <a:pt x="516445" y="1093635"/>
                  </a:lnTo>
                  <a:lnTo>
                    <a:pt x="556704" y="1106830"/>
                  </a:lnTo>
                  <a:lnTo>
                    <a:pt x="598538" y="1114958"/>
                  </a:lnTo>
                  <a:lnTo>
                    <a:pt x="641718" y="1117739"/>
                  </a:lnTo>
                  <a:lnTo>
                    <a:pt x="684885" y="1114971"/>
                  </a:lnTo>
                  <a:lnTo>
                    <a:pt x="726706" y="1106843"/>
                  </a:lnTo>
                  <a:lnTo>
                    <a:pt x="766914" y="1093660"/>
                  </a:lnTo>
                  <a:lnTo>
                    <a:pt x="805281" y="1075702"/>
                  </a:lnTo>
                  <a:lnTo>
                    <a:pt x="841578" y="1053261"/>
                  </a:lnTo>
                  <a:lnTo>
                    <a:pt x="875550" y="1026617"/>
                  </a:lnTo>
                  <a:lnTo>
                    <a:pt x="906957" y="996073"/>
                  </a:lnTo>
                  <a:lnTo>
                    <a:pt x="935570" y="961923"/>
                  </a:lnTo>
                  <a:lnTo>
                    <a:pt x="961148" y="924433"/>
                  </a:lnTo>
                  <a:lnTo>
                    <a:pt x="983449" y="883907"/>
                  </a:lnTo>
                  <a:lnTo>
                    <a:pt x="1002233" y="840625"/>
                  </a:lnTo>
                  <a:lnTo>
                    <a:pt x="1017270" y="794893"/>
                  </a:lnTo>
                  <a:lnTo>
                    <a:pt x="1028293" y="746975"/>
                  </a:lnTo>
                  <a:lnTo>
                    <a:pt x="1035088" y="697191"/>
                  </a:lnTo>
                  <a:lnTo>
                    <a:pt x="1037412" y="642429"/>
                  </a:lnTo>
                  <a:close/>
                </a:path>
                <a:path w="1283970" h="1517650">
                  <a:moveTo>
                    <a:pt x="1199108" y="497268"/>
                  </a:moveTo>
                  <a:lnTo>
                    <a:pt x="1169428" y="435343"/>
                  </a:lnTo>
                  <a:lnTo>
                    <a:pt x="1104150" y="395249"/>
                  </a:lnTo>
                  <a:lnTo>
                    <a:pt x="1038872" y="373646"/>
                  </a:lnTo>
                  <a:lnTo>
                    <a:pt x="1009205" y="367182"/>
                  </a:lnTo>
                  <a:lnTo>
                    <a:pt x="1007618" y="309753"/>
                  </a:lnTo>
                  <a:lnTo>
                    <a:pt x="1002868" y="255016"/>
                  </a:lnTo>
                  <a:lnTo>
                    <a:pt x="995006" y="203682"/>
                  </a:lnTo>
                  <a:lnTo>
                    <a:pt x="984084" y="156476"/>
                  </a:lnTo>
                  <a:lnTo>
                    <a:pt x="970140" y="114109"/>
                  </a:lnTo>
                  <a:lnTo>
                    <a:pt x="953236" y="77304"/>
                  </a:lnTo>
                  <a:lnTo>
                    <a:pt x="910717" y="23228"/>
                  </a:lnTo>
                  <a:lnTo>
                    <a:pt x="856894" y="0"/>
                  </a:lnTo>
                  <a:lnTo>
                    <a:pt x="825855" y="1752"/>
                  </a:lnTo>
                  <a:lnTo>
                    <a:pt x="755599" y="25527"/>
                  </a:lnTo>
                  <a:lnTo>
                    <a:pt x="718261" y="34683"/>
                  </a:lnTo>
                  <a:lnTo>
                    <a:pt x="680339" y="40792"/>
                  </a:lnTo>
                  <a:lnTo>
                    <a:pt x="641985" y="43815"/>
                  </a:lnTo>
                  <a:lnTo>
                    <a:pt x="603554" y="40817"/>
                  </a:lnTo>
                  <a:lnTo>
                    <a:pt x="565556" y="34709"/>
                  </a:lnTo>
                  <a:lnTo>
                    <a:pt x="528154" y="25552"/>
                  </a:lnTo>
                  <a:lnTo>
                    <a:pt x="457708" y="1765"/>
                  </a:lnTo>
                  <a:lnTo>
                    <a:pt x="426605" y="50"/>
                  </a:lnTo>
                  <a:lnTo>
                    <a:pt x="372732" y="23393"/>
                  </a:lnTo>
                  <a:lnTo>
                    <a:pt x="330238" y="77584"/>
                  </a:lnTo>
                  <a:lnTo>
                    <a:pt x="313372" y="114439"/>
                  </a:lnTo>
                  <a:lnTo>
                    <a:pt x="299478" y="156819"/>
                  </a:lnTo>
                  <a:lnTo>
                    <a:pt x="288607" y="204012"/>
                  </a:lnTo>
                  <a:lnTo>
                    <a:pt x="280784" y="255282"/>
                  </a:lnTo>
                  <a:lnTo>
                    <a:pt x="276059" y="309918"/>
                  </a:lnTo>
                  <a:lnTo>
                    <a:pt x="274472" y="367182"/>
                  </a:lnTo>
                  <a:lnTo>
                    <a:pt x="244805" y="373646"/>
                  </a:lnTo>
                  <a:lnTo>
                    <a:pt x="179527" y="395249"/>
                  </a:lnTo>
                  <a:lnTo>
                    <a:pt x="114249" y="435343"/>
                  </a:lnTo>
                  <a:lnTo>
                    <a:pt x="84582" y="497268"/>
                  </a:lnTo>
                  <a:lnTo>
                    <a:pt x="89547" y="523189"/>
                  </a:lnTo>
                  <a:lnTo>
                    <a:pt x="126339" y="564248"/>
                  </a:lnTo>
                  <a:lnTo>
                    <a:pt x="192430" y="592785"/>
                  </a:lnTo>
                  <a:lnTo>
                    <a:pt x="233997" y="603072"/>
                  </a:lnTo>
                  <a:lnTo>
                    <a:pt x="279958" y="611085"/>
                  </a:lnTo>
                  <a:lnTo>
                    <a:pt x="381088" y="621411"/>
                  </a:lnTo>
                  <a:lnTo>
                    <a:pt x="742797" y="627062"/>
                  </a:lnTo>
                  <a:lnTo>
                    <a:pt x="902779" y="621868"/>
                  </a:lnTo>
                  <a:lnTo>
                    <a:pt x="1003858" y="611771"/>
                  </a:lnTo>
                  <a:lnTo>
                    <a:pt x="1049782" y="603834"/>
                  </a:lnTo>
                  <a:lnTo>
                    <a:pt x="1091323" y="593598"/>
                  </a:lnTo>
                  <a:lnTo>
                    <a:pt x="1127518" y="580732"/>
                  </a:lnTo>
                  <a:lnTo>
                    <a:pt x="1179906" y="545998"/>
                  </a:lnTo>
                  <a:lnTo>
                    <a:pt x="1194142" y="523532"/>
                  </a:lnTo>
                  <a:lnTo>
                    <a:pt x="1199108" y="497268"/>
                  </a:lnTo>
                  <a:close/>
                </a:path>
                <a:path w="1283970" h="1517650">
                  <a:moveTo>
                    <a:pt x="1283677" y="1517078"/>
                  </a:moveTo>
                  <a:lnTo>
                    <a:pt x="1245196" y="1312151"/>
                  </a:lnTo>
                  <a:lnTo>
                    <a:pt x="1160538" y="1198422"/>
                  </a:lnTo>
                  <a:lnTo>
                    <a:pt x="1075893" y="1149515"/>
                  </a:lnTo>
                  <a:lnTo>
                    <a:pt x="1037412" y="1139075"/>
                  </a:lnTo>
                  <a:lnTo>
                    <a:pt x="1094943" y="1120317"/>
                  </a:lnTo>
                  <a:lnTo>
                    <a:pt x="1142453" y="1114183"/>
                  </a:lnTo>
                  <a:lnTo>
                    <a:pt x="1203820" y="1117015"/>
                  </a:lnTo>
                  <a:lnTo>
                    <a:pt x="1215923" y="1114539"/>
                  </a:lnTo>
                  <a:lnTo>
                    <a:pt x="1198587" y="1073264"/>
                  </a:lnTo>
                  <a:lnTo>
                    <a:pt x="1166583" y="1030338"/>
                  </a:lnTo>
                  <a:lnTo>
                    <a:pt x="1128255" y="992873"/>
                  </a:lnTo>
                  <a:lnTo>
                    <a:pt x="1088237" y="963142"/>
                  </a:lnTo>
                  <a:lnTo>
                    <a:pt x="1051191" y="943419"/>
                  </a:lnTo>
                  <a:lnTo>
                    <a:pt x="1021753" y="936002"/>
                  </a:lnTo>
                  <a:lnTo>
                    <a:pt x="1004595" y="943165"/>
                  </a:lnTo>
                  <a:lnTo>
                    <a:pt x="978471" y="982192"/>
                  </a:lnTo>
                  <a:lnTo>
                    <a:pt x="948804" y="1018057"/>
                  </a:lnTo>
                  <a:lnTo>
                    <a:pt x="915898" y="1050544"/>
                  </a:lnTo>
                  <a:lnTo>
                    <a:pt x="880033" y="1079436"/>
                  </a:lnTo>
                  <a:lnTo>
                    <a:pt x="841489" y="1104519"/>
                  </a:lnTo>
                  <a:lnTo>
                    <a:pt x="800569" y="1125613"/>
                  </a:lnTo>
                  <a:lnTo>
                    <a:pt x="757542" y="1142492"/>
                  </a:lnTo>
                  <a:lnTo>
                    <a:pt x="712711" y="1154938"/>
                  </a:lnTo>
                  <a:lnTo>
                    <a:pt x="641464" y="1358646"/>
                  </a:lnTo>
                  <a:lnTo>
                    <a:pt x="569963" y="1154938"/>
                  </a:lnTo>
                  <a:lnTo>
                    <a:pt x="525132" y="1142492"/>
                  </a:lnTo>
                  <a:lnTo>
                    <a:pt x="482104" y="1125613"/>
                  </a:lnTo>
                  <a:lnTo>
                    <a:pt x="441172" y="1104519"/>
                  </a:lnTo>
                  <a:lnTo>
                    <a:pt x="402628" y="1079436"/>
                  </a:lnTo>
                  <a:lnTo>
                    <a:pt x="366750" y="1050544"/>
                  </a:lnTo>
                  <a:lnTo>
                    <a:pt x="333844" y="1018057"/>
                  </a:lnTo>
                  <a:lnTo>
                    <a:pt x="304177" y="982192"/>
                  </a:lnTo>
                  <a:lnTo>
                    <a:pt x="278053" y="943165"/>
                  </a:lnTo>
                  <a:lnTo>
                    <a:pt x="261073" y="935634"/>
                  </a:lnTo>
                  <a:lnTo>
                    <a:pt x="195376" y="961580"/>
                  </a:lnTo>
                  <a:lnTo>
                    <a:pt x="155549" y="991082"/>
                  </a:lnTo>
                  <a:lnTo>
                    <a:pt x="116954" y="1028979"/>
                  </a:lnTo>
                  <a:lnTo>
                    <a:pt x="84061" y="1073264"/>
                  </a:lnTo>
                  <a:lnTo>
                    <a:pt x="64706" y="1114196"/>
                  </a:lnTo>
                  <a:lnTo>
                    <a:pt x="71628" y="1118641"/>
                  </a:lnTo>
                  <a:lnTo>
                    <a:pt x="115265" y="1115275"/>
                  </a:lnTo>
                  <a:lnTo>
                    <a:pt x="150622" y="1115402"/>
                  </a:lnTo>
                  <a:lnTo>
                    <a:pt x="194106" y="1122006"/>
                  </a:lnTo>
                  <a:lnTo>
                    <a:pt x="245008" y="1139075"/>
                  </a:lnTo>
                  <a:lnTo>
                    <a:pt x="206946" y="1149515"/>
                  </a:lnTo>
                  <a:lnTo>
                    <a:pt x="181711" y="1160246"/>
                  </a:lnTo>
                  <a:lnTo>
                    <a:pt x="122694" y="1198422"/>
                  </a:lnTo>
                  <a:lnTo>
                    <a:pt x="92316" y="1227823"/>
                  </a:lnTo>
                  <a:lnTo>
                    <a:pt x="63639" y="1265415"/>
                  </a:lnTo>
                  <a:lnTo>
                    <a:pt x="38354" y="1312151"/>
                  </a:lnTo>
                  <a:lnTo>
                    <a:pt x="18186" y="1369034"/>
                  </a:lnTo>
                  <a:lnTo>
                    <a:pt x="4838" y="1437017"/>
                  </a:lnTo>
                  <a:lnTo>
                    <a:pt x="0" y="1517078"/>
                  </a:lnTo>
                  <a:lnTo>
                    <a:pt x="1283677" y="151707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30829" y="3339401"/>
              <a:ext cx="784225" cy="719455"/>
            </a:xfrm>
            <a:custGeom>
              <a:avLst/>
              <a:gdLst/>
              <a:ahLst/>
              <a:cxnLst/>
              <a:rect l="l" t="t" r="r" b="b"/>
              <a:pathLst>
                <a:path w="784225" h="719454">
                  <a:moveTo>
                    <a:pt x="782332" y="519557"/>
                  </a:moveTo>
                  <a:lnTo>
                    <a:pt x="1676" y="519557"/>
                  </a:lnTo>
                  <a:lnTo>
                    <a:pt x="1676" y="718997"/>
                  </a:lnTo>
                  <a:lnTo>
                    <a:pt x="782332" y="718997"/>
                  </a:lnTo>
                  <a:lnTo>
                    <a:pt x="782332" y="519557"/>
                  </a:lnTo>
                  <a:close/>
                </a:path>
                <a:path w="784225" h="719454">
                  <a:moveTo>
                    <a:pt x="782332" y="262851"/>
                  </a:moveTo>
                  <a:lnTo>
                    <a:pt x="1676" y="262851"/>
                  </a:lnTo>
                  <a:lnTo>
                    <a:pt x="1676" y="462305"/>
                  </a:lnTo>
                  <a:lnTo>
                    <a:pt x="782332" y="462305"/>
                  </a:lnTo>
                  <a:lnTo>
                    <a:pt x="782332" y="262851"/>
                  </a:lnTo>
                  <a:close/>
                </a:path>
                <a:path w="784225" h="719454">
                  <a:moveTo>
                    <a:pt x="783691" y="13106"/>
                  </a:moveTo>
                  <a:lnTo>
                    <a:pt x="3124" y="0"/>
                  </a:lnTo>
                  <a:lnTo>
                    <a:pt x="0" y="199415"/>
                  </a:lnTo>
                  <a:lnTo>
                    <a:pt x="780567" y="212547"/>
                  </a:lnTo>
                  <a:lnTo>
                    <a:pt x="783691" y="13106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34911" y="3386961"/>
              <a:ext cx="117675" cy="1217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738402" y="3394270"/>
              <a:ext cx="455930" cy="107314"/>
            </a:xfrm>
            <a:custGeom>
              <a:avLst/>
              <a:gdLst/>
              <a:ahLst/>
              <a:cxnLst/>
              <a:rect l="l" t="t" r="r" b="b"/>
              <a:pathLst>
                <a:path w="455929" h="107314">
                  <a:moveTo>
                    <a:pt x="455331" y="0"/>
                  </a:moveTo>
                  <a:lnTo>
                    <a:pt x="0" y="0"/>
                  </a:lnTo>
                  <a:lnTo>
                    <a:pt x="0" y="107181"/>
                  </a:lnTo>
                  <a:lnTo>
                    <a:pt x="455331" y="107181"/>
                  </a:lnTo>
                  <a:lnTo>
                    <a:pt x="455331" y="94703"/>
                  </a:lnTo>
                  <a:lnTo>
                    <a:pt x="12060" y="94703"/>
                  </a:lnTo>
                  <a:lnTo>
                    <a:pt x="12060" y="12477"/>
                  </a:lnTo>
                  <a:lnTo>
                    <a:pt x="455331" y="12477"/>
                  </a:lnTo>
                  <a:lnTo>
                    <a:pt x="455331" y="0"/>
                  </a:lnTo>
                  <a:close/>
                </a:path>
                <a:path w="455929" h="107314">
                  <a:moveTo>
                    <a:pt x="455331" y="12477"/>
                  </a:moveTo>
                  <a:lnTo>
                    <a:pt x="443278" y="12477"/>
                  </a:lnTo>
                  <a:lnTo>
                    <a:pt x="443278" y="94703"/>
                  </a:lnTo>
                  <a:lnTo>
                    <a:pt x="455331" y="94703"/>
                  </a:lnTo>
                  <a:lnTo>
                    <a:pt x="455331" y="124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31147" y="3089135"/>
              <a:ext cx="782320" cy="1826895"/>
            </a:xfrm>
            <a:custGeom>
              <a:avLst/>
              <a:gdLst/>
              <a:ahLst/>
              <a:cxnLst/>
              <a:rect l="l" t="t" r="r" b="b"/>
              <a:pathLst>
                <a:path w="782320" h="1826895">
                  <a:moveTo>
                    <a:pt x="781265" y="775728"/>
                  </a:moveTo>
                  <a:lnTo>
                    <a:pt x="0" y="775728"/>
                  </a:lnTo>
                  <a:lnTo>
                    <a:pt x="0" y="975245"/>
                  </a:lnTo>
                  <a:lnTo>
                    <a:pt x="781265" y="975245"/>
                  </a:lnTo>
                  <a:lnTo>
                    <a:pt x="781265" y="775728"/>
                  </a:lnTo>
                  <a:close/>
                </a:path>
                <a:path w="782320" h="1826895">
                  <a:moveTo>
                    <a:pt x="782015" y="1018311"/>
                  </a:moveTo>
                  <a:lnTo>
                    <a:pt x="1358" y="1018311"/>
                  </a:lnTo>
                  <a:lnTo>
                    <a:pt x="1358" y="1826475"/>
                  </a:lnTo>
                  <a:lnTo>
                    <a:pt x="782015" y="1826475"/>
                  </a:lnTo>
                  <a:lnTo>
                    <a:pt x="782015" y="1018311"/>
                  </a:lnTo>
                  <a:close/>
                </a:path>
                <a:path w="782320" h="1826895">
                  <a:moveTo>
                    <a:pt x="782015" y="0"/>
                  </a:moveTo>
                  <a:lnTo>
                    <a:pt x="1358" y="0"/>
                  </a:lnTo>
                  <a:lnTo>
                    <a:pt x="1358" y="199466"/>
                  </a:lnTo>
                  <a:lnTo>
                    <a:pt x="782015" y="199466"/>
                  </a:lnTo>
                  <a:lnTo>
                    <a:pt x="782015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34530" y="3906691"/>
              <a:ext cx="117182" cy="12113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737141" y="3914791"/>
              <a:ext cx="455930" cy="106045"/>
            </a:xfrm>
            <a:custGeom>
              <a:avLst/>
              <a:gdLst/>
              <a:ahLst/>
              <a:cxnLst/>
              <a:rect l="l" t="t" r="r" b="b"/>
              <a:pathLst>
                <a:path w="455929" h="106045">
                  <a:moveTo>
                    <a:pt x="455716" y="0"/>
                  </a:moveTo>
                  <a:lnTo>
                    <a:pt x="0" y="0"/>
                  </a:lnTo>
                  <a:lnTo>
                    <a:pt x="0" y="105872"/>
                  </a:lnTo>
                  <a:lnTo>
                    <a:pt x="455716" y="105872"/>
                  </a:lnTo>
                  <a:lnTo>
                    <a:pt x="455716" y="93670"/>
                  </a:lnTo>
                  <a:lnTo>
                    <a:pt x="12079" y="93670"/>
                  </a:lnTo>
                  <a:lnTo>
                    <a:pt x="12079" y="11261"/>
                  </a:lnTo>
                  <a:lnTo>
                    <a:pt x="455716" y="11261"/>
                  </a:lnTo>
                  <a:lnTo>
                    <a:pt x="455716" y="0"/>
                  </a:lnTo>
                  <a:close/>
                </a:path>
                <a:path w="455929" h="106045">
                  <a:moveTo>
                    <a:pt x="455716" y="11261"/>
                  </a:moveTo>
                  <a:lnTo>
                    <a:pt x="443636" y="11261"/>
                  </a:lnTo>
                  <a:lnTo>
                    <a:pt x="443636" y="93670"/>
                  </a:lnTo>
                  <a:lnTo>
                    <a:pt x="455716" y="93670"/>
                  </a:lnTo>
                  <a:lnTo>
                    <a:pt x="455716" y="112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631154" y="3608481"/>
              <a:ext cx="781685" cy="200025"/>
            </a:xfrm>
            <a:custGeom>
              <a:avLst/>
              <a:gdLst/>
              <a:ahLst/>
              <a:cxnLst/>
              <a:rect l="l" t="t" r="r" b="b"/>
              <a:pathLst>
                <a:path w="781684" h="200025">
                  <a:moveTo>
                    <a:pt x="781260" y="0"/>
                  </a:moveTo>
                  <a:lnTo>
                    <a:pt x="0" y="0"/>
                  </a:lnTo>
                  <a:lnTo>
                    <a:pt x="0" y="199522"/>
                  </a:lnTo>
                  <a:lnTo>
                    <a:pt x="781260" y="199522"/>
                  </a:lnTo>
                  <a:lnTo>
                    <a:pt x="781260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34530" y="3650031"/>
              <a:ext cx="117182" cy="12113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737141" y="3656902"/>
              <a:ext cx="455930" cy="107950"/>
            </a:xfrm>
            <a:custGeom>
              <a:avLst/>
              <a:gdLst/>
              <a:ahLst/>
              <a:cxnLst/>
              <a:rect l="l" t="t" r="r" b="b"/>
              <a:pathLst>
                <a:path w="455929" h="107950">
                  <a:moveTo>
                    <a:pt x="455716" y="0"/>
                  </a:moveTo>
                  <a:lnTo>
                    <a:pt x="0" y="0"/>
                  </a:lnTo>
                  <a:lnTo>
                    <a:pt x="0" y="107388"/>
                  </a:lnTo>
                  <a:lnTo>
                    <a:pt x="455716" y="107388"/>
                  </a:lnTo>
                  <a:lnTo>
                    <a:pt x="455716" y="94585"/>
                  </a:lnTo>
                  <a:lnTo>
                    <a:pt x="12079" y="94585"/>
                  </a:lnTo>
                  <a:lnTo>
                    <a:pt x="12079" y="12802"/>
                  </a:lnTo>
                  <a:lnTo>
                    <a:pt x="455716" y="12802"/>
                  </a:lnTo>
                  <a:lnTo>
                    <a:pt x="455716" y="0"/>
                  </a:lnTo>
                  <a:close/>
                </a:path>
                <a:path w="455929" h="107950">
                  <a:moveTo>
                    <a:pt x="455716" y="12802"/>
                  </a:moveTo>
                  <a:lnTo>
                    <a:pt x="443636" y="12802"/>
                  </a:lnTo>
                  <a:lnTo>
                    <a:pt x="443636" y="94585"/>
                  </a:lnTo>
                  <a:lnTo>
                    <a:pt x="455716" y="94585"/>
                  </a:lnTo>
                  <a:lnTo>
                    <a:pt x="455716" y="12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29763" y="3345320"/>
              <a:ext cx="784860" cy="212725"/>
            </a:xfrm>
            <a:custGeom>
              <a:avLst/>
              <a:gdLst/>
              <a:ahLst/>
              <a:cxnLst/>
              <a:rect l="l" t="t" r="r" b="b"/>
              <a:pathLst>
                <a:path w="784859" h="212725">
                  <a:moveTo>
                    <a:pt x="3133" y="0"/>
                  </a:moveTo>
                  <a:lnTo>
                    <a:pt x="0" y="199517"/>
                  </a:lnTo>
                  <a:lnTo>
                    <a:pt x="781159" y="212607"/>
                  </a:lnTo>
                  <a:lnTo>
                    <a:pt x="784293" y="13116"/>
                  </a:lnTo>
                  <a:lnTo>
                    <a:pt x="3133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34530" y="3393370"/>
              <a:ext cx="117182" cy="12113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737141" y="3400530"/>
              <a:ext cx="455930" cy="108585"/>
            </a:xfrm>
            <a:custGeom>
              <a:avLst/>
              <a:gdLst/>
              <a:ahLst/>
              <a:cxnLst/>
              <a:rect l="l" t="t" r="r" b="b"/>
              <a:pathLst>
                <a:path w="455929" h="108585">
                  <a:moveTo>
                    <a:pt x="455716" y="0"/>
                  </a:moveTo>
                  <a:lnTo>
                    <a:pt x="0" y="0"/>
                  </a:lnTo>
                  <a:lnTo>
                    <a:pt x="0" y="108354"/>
                  </a:lnTo>
                  <a:lnTo>
                    <a:pt x="455716" y="108354"/>
                  </a:lnTo>
                  <a:lnTo>
                    <a:pt x="455716" y="95865"/>
                  </a:lnTo>
                  <a:lnTo>
                    <a:pt x="12079" y="95865"/>
                  </a:lnTo>
                  <a:lnTo>
                    <a:pt x="12079" y="12489"/>
                  </a:lnTo>
                  <a:lnTo>
                    <a:pt x="455716" y="12489"/>
                  </a:lnTo>
                  <a:lnTo>
                    <a:pt x="455716" y="0"/>
                  </a:lnTo>
                  <a:close/>
                </a:path>
                <a:path w="455929" h="108585">
                  <a:moveTo>
                    <a:pt x="455716" y="12489"/>
                  </a:moveTo>
                  <a:lnTo>
                    <a:pt x="443636" y="12489"/>
                  </a:lnTo>
                  <a:lnTo>
                    <a:pt x="443636" y="95865"/>
                  </a:lnTo>
                  <a:lnTo>
                    <a:pt x="455716" y="95865"/>
                  </a:lnTo>
                  <a:lnTo>
                    <a:pt x="455716" y="124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31154" y="3095474"/>
              <a:ext cx="781685" cy="200025"/>
            </a:xfrm>
            <a:custGeom>
              <a:avLst/>
              <a:gdLst/>
              <a:ahLst/>
              <a:cxnLst/>
              <a:rect l="l" t="t" r="r" b="b"/>
              <a:pathLst>
                <a:path w="781684" h="200025">
                  <a:moveTo>
                    <a:pt x="781260" y="0"/>
                  </a:moveTo>
                  <a:lnTo>
                    <a:pt x="0" y="0"/>
                  </a:lnTo>
                  <a:lnTo>
                    <a:pt x="0" y="199522"/>
                  </a:lnTo>
                  <a:lnTo>
                    <a:pt x="781260" y="199522"/>
                  </a:lnTo>
                  <a:lnTo>
                    <a:pt x="781260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34530" y="3136083"/>
              <a:ext cx="117182" cy="12113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737141" y="3143872"/>
              <a:ext cx="567055" cy="1701164"/>
            </a:xfrm>
            <a:custGeom>
              <a:avLst/>
              <a:gdLst/>
              <a:ahLst/>
              <a:cxnLst/>
              <a:rect l="l" t="t" r="r" b="b"/>
              <a:pathLst>
                <a:path w="567054" h="1701164">
                  <a:moveTo>
                    <a:pt x="221678" y="1373555"/>
                  </a:moveTo>
                  <a:lnTo>
                    <a:pt x="209588" y="1373555"/>
                  </a:lnTo>
                  <a:lnTo>
                    <a:pt x="209588" y="1701101"/>
                  </a:lnTo>
                  <a:lnTo>
                    <a:pt x="221678" y="1701101"/>
                  </a:lnTo>
                  <a:lnTo>
                    <a:pt x="221678" y="1373555"/>
                  </a:lnTo>
                  <a:close/>
                </a:path>
                <a:path w="567054" h="1701164">
                  <a:moveTo>
                    <a:pt x="290817" y="1373555"/>
                  </a:moveTo>
                  <a:lnTo>
                    <a:pt x="278434" y="1373555"/>
                  </a:lnTo>
                  <a:lnTo>
                    <a:pt x="278434" y="1701101"/>
                  </a:lnTo>
                  <a:lnTo>
                    <a:pt x="290817" y="1701101"/>
                  </a:lnTo>
                  <a:lnTo>
                    <a:pt x="290817" y="1373555"/>
                  </a:lnTo>
                  <a:close/>
                </a:path>
                <a:path w="567054" h="1701164">
                  <a:moveTo>
                    <a:pt x="359676" y="1701101"/>
                  </a:moveTo>
                  <a:lnTo>
                    <a:pt x="358775" y="1373555"/>
                  </a:lnTo>
                  <a:lnTo>
                    <a:pt x="346684" y="1373555"/>
                  </a:lnTo>
                  <a:lnTo>
                    <a:pt x="346684" y="1701101"/>
                  </a:lnTo>
                  <a:lnTo>
                    <a:pt x="359676" y="1701101"/>
                  </a:lnTo>
                  <a:close/>
                </a:path>
                <a:path w="567054" h="1701164">
                  <a:moveTo>
                    <a:pt x="428853" y="1373555"/>
                  </a:moveTo>
                  <a:lnTo>
                    <a:pt x="416763" y="1373555"/>
                  </a:lnTo>
                  <a:lnTo>
                    <a:pt x="416763" y="1701101"/>
                  </a:lnTo>
                  <a:lnTo>
                    <a:pt x="428853" y="1701101"/>
                  </a:lnTo>
                  <a:lnTo>
                    <a:pt x="428853" y="1373555"/>
                  </a:lnTo>
                  <a:close/>
                </a:path>
                <a:path w="567054" h="1701164">
                  <a:moveTo>
                    <a:pt x="455714" y="0"/>
                  </a:moveTo>
                  <a:lnTo>
                    <a:pt x="443636" y="0"/>
                  </a:lnTo>
                  <a:lnTo>
                    <a:pt x="443636" y="12496"/>
                  </a:lnTo>
                  <a:lnTo>
                    <a:pt x="443636" y="94615"/>
                  </a:lnTo>
                  <a:lnTo>
                    <a:pt x="12077" y="94615"/>
                  </a:lnTo>
                  <a:lnTo>
                    <a:pt x="12077" y="12496"/>
                  </a:lnTo>
                  <a:lnTo>
                    <a:pt x="443636" y="12496"/>
                  </a:lnTo>
                  <a:lnTo>
                    <a:pt x="443636" y="0"/>
                  </a:lnTo>
                  <a:lnTo>
                    <a:pt x="0" y="0"/>
                  </a:lnTo>
                  <a:lnTo>
                    <a:pt x="0" y="107416"/>
                  </a:lnTo>
                  <a:lnTo>
                    <a:pt x="455714" y="107416"/>
                  </a:lnTo>
                  <a:lnTo>
                    <a:pt x="455714" y="94615"/>
                  </a:lnTo>
                  <a:lnTo>
                    <a:pt x="455714" y="12496"/>
                  </a:lnTo>
                  <a:lnTo>
                    <a:pt x="455714" y="0"/>
                  </a:lnTo>
                  <a:close/>
                </a:path>
                <a:path w="567054" h="1701164">
                  <a:moveTo>
                    <a:pt x="497687" y="1373555"/>
                  </a:moveTo>
                  <a:lnTo>
                    <a:pt x="485609" y="1373555"/>
                  </a:lnTo>
                  <a:lnTo>
                    <a:pt x="485609" y="1701101"/>
                  </a:lnTo>
                  <a:lnTo>
                    <a:pt x="497687" y="1701101"/>
                  </a:lnTo>
                  <a:lnTo>
                    <a:pt x="497687" y="1373555"/>
                  </a:lnTo>
                  <a:close/>
                </a:path>
                <a:path w="567054" h="1701164">
                  <a:moveTo>
                    <a:pt x="566851" y="1373555"/>
                  </a:moveTo>
                  <a:lnTo>
                    <a:pt x="554774" y="1373555"/>
                  </a:lnTo>
                  <a:lnTo>
                    <a:pt x="554774" y="1701101"/>
                  </a:lnTo>
                  <a:lnTo>
                    <a:pt x="566851" y="1701101"/>
                  </a:lnTo>
                  <a:lnTo>
                    <a:pt x="566851" y="13735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76520" y="3696226"/>
              <a:ext cx="906144" cy="1224915"/>
            </a:xfrm>
            <a:custGeom>
              <a:avLst/>
              <a:gdLst/>
              <a:ahLst/>
              <a:cxnLst/>
              <a:rect l="l" t="t" r="r" b="b"/>
              <a:pathLst>
                <a:path w="906145" h="1224914">
                  <a:moveTo>
                    <a:pt x="379729" y="0"/>
                  </a:moveTo>
                  <a:lnTo>
                    <a:pt x="398747" y="52744"/>
                  </a:lnTo>
                  <a:lnTo>
                    <a:pt x="409325" y="103460"/>
                  </a:lnTo>
                  <a:lnTo>
                    <a:pt x="412105" y="152317"/>
                  </a:lnTo>
                  <a:lnTo>
                    <a:pt x="407727" y="199484"/>
                  </a:lnTo>
                  <a:lnTo>
                    <a:pt x="396832" y="245131"/>
                  </a:lnTo>
                  <a:lnTo>
                    <a:pt x="380062" y="289428"/>
                  </a:lnTo>
                  <a:lnTo>
                    <a:pt x="358057" y="332544"/>
                  </a:lnTo>
                  <a:lnTo>
                    <a:pt x="331459" y="374649"/>
                  </a:lnTo>
                  <a:lnTo>
                    <a:pt x="300908" y="415913"/>
                  </a:lnTo>
                  <a:lnTo>
                    <a:pt x="249856" y="470923"/>
                  </a:lnTo>
                  <a:lnTo>
                    <a:pt x="155445" y="559430"/>
                  </a:lnTo>
                  <a:lnTo>
                    <a:pt x="117538" y="598315"/>
                  </a:lnTo>
                  <a:lnTo>
                    <a:pt x="82908" y="639627"/>
                  </a:lnTo>
                  <a:lnTo>
                    <a:pt x="53266" y="684582"/>
                  </a:lnTo>
                  <a:lnTo>
                    <a:pt x="30321" y="734393"/>
                  </a:lnTo>
                  <a:lnTo>
                    <a:pt x="14903" y="784762"/>
                  </a:lnTo>
                  <a:lnTo>
                    <a:pt x="4828" y="834331"/>
                  </a:lnTo>
                  <a:lnTo>
                    <a:pt x="0" y="883105"/>
                  </a:lnTo>
                  <a:lnTo>
                    <a:pt x="324" y="931091"/>
                  </a:lnTo>
                  <a:lnTo>
                    <a:pt x="5708" y="978294"/>
                  </a:lnTo>
                  <a:lnTo>
                    <a:pt x="16057" y="1024720"/>
                  </a:lnTo>
                  <a:lnTo>
                    <a:pt x="31276" y="1070374"/>
                  </a:lnTo>
                  <a:lnTo>
                    <a:pt x="51272" y="1115261"/>
                  </a:lnTo>
                  <a:lnTo>
                    <a:pt x="75949" y="1159388"/>
                  </a:lnTo>
                  <a:lnTo>
                    <a:pt x="123337" y="1224616"/>
                  </a:lnTo>
                  <a:lnTo>
                    <a:pt x="166212" y="1224616"/>
                  </a:lnTo>
                  <a:lnTo>
                    <a:pt x="154204" y="1174572"/>
                  </a:lnTo>
                  <a:lnTo>
                    <a:pt x="147183" y="1125586"/>
                  </a:lnTo>
                  <a:lnTo>
                    <a:pt x="145169" y="1077631"/>
                  </a:lnTo>
                  <a:lnTo>
                    <a:pt x="148186" y="1030678"/>
                  </a:lnTo>
                  <a:lnTo>
                    <a:pt x="156254" y="984700"/>
                  </a:lnTo>
                  <a:lnTo>
                    <a:pt x="169396" y="939668"/>
                  </a:lnTo>
                  <a:lnTo>
                    <a:pt x="187633" y="895554"/>
                  </a:lnTo>
                  <a:lnTo>
                    <a:pt x="210987" y="852330"/>
                  </a:lnTo>
                  <a:lnTo>
                    <a:pt x="239480" y="809967"/>
                  </a:lnTo>
                  <a:lnTo>
                    <a:pt x="273134" y="768439"/>
                  </a:lnTo>
                  <a:lnTo>
                    <a:pt x="266187" y="843200"/>
                  </a:lnTo>
                  <a:lnTo>
                    <a:pt x="265104" y="894675"/>
                  </a:lnTo>
                  <a:lnTo>
                    <a:pt x="269054" y="944884"/>
                  </a:lnTo>
                  <a:lnTo>
                    <a:pt x="278724" y="993690"/>
                  </a:lnTo>
                  <a:lnTo>
                    <a:pt x="294802" y="1040956"/>
                  </a:lnTo>
                  <a:lnTo>
                    <a:pt x="317972" y="1086545"/>
                  </a:lnTo>
                  <a:lnTo>
                    <a:pt x="348923" y="1130318"/>
                  </a:lnTo>
                  <a:lnTo>
                    <a:pt x="380907" y="1175357"/>
                  </a:lnTo>
                  <a:lnTo>
                    <a:pt x="407527" y="1223992"/>
                  </a:lnTo>
                  <a:lnTo>
                    <a:pt x="769917" y="1223992"/>
                  </a:lnTo>
                  <a:lnTo>
                    <a:pt x="803892" y="1182871"/>
                  </a:lnTo>
                  <a:lnTo>
                    <a:pt x="833534" y="1138477"/>
                  </a:lnTo>
                  <a:lnTo>
                    <a:pt x="858622" y="1091175"/>
                  </a:lnTo>
                  <a:lnTo>
                    <a:pt x="878937" y="1041330"/>
                  </a:lnTo>
                  <a:lnTo>
                    <a:pt x="894077" y="993613"/>
                  </a:lnTo>
                  <a:lnTo>
                    <a:pt x="903035" y="944685"/>
                  </a:lnTo>
                  <a:lnTo>
                    <a:pt x="905813" y="895172"/>
                  </a:lnTo>
                  <a:lnTo>
                    <a:pt x="902417" y="845702"/>
                  </a:lnTo>
                  <a:lnTo>
                    <a:pt x="892850" y="796899"/>
                  </a:lnTo>
                  <a:lnTo>
                    <a:pt x="870326" y="731513"/>
                  </a:lnTo>
                  <a:lnTo>
                    <a:pt x="864381" y="724442"/>
                  </a:lnTo>
                  <a:lnTo>
                    <a:pt x="854474" y="720650"/>
                  </a:lnTo>
                  <a:lnTo>
                    <a:pt x="850825" y="768864"/>
                  </a:lnTo>
                  <a:lnTo>
                    <a:pt x="834389" y="812590"/>
                  </a:lnTo>
                  <a:lnTo>
                    <a:pt x="806943" y="849446"/>
                  </a:lnTo>
                  <a:lnTo>
                    <a:pt x="770262" y="877049"/>
                  </a:lnTo>
                  <a:lnTo>
                    <a:pt x="726122" y="893019"/>
                  </a:lnTo>
                  <a:lnTo>
                    <a:pt x="677777" y="893212"/>
                  </a:lnTo>
                  <a:lnTo>
                    <a:pt x="633388" y="878334"/>
                  </a:lnTo>
                  <a:lnTo>
                    <a:pt x="595812" y="850501"/>
                  </a:lnTo>
                  <a:lnTo>
                    <a:pt x="567908" y="811831"/>
                  </a:lnTo>
                  <a:lnTo>
                    <a:pt x="551573" y="757491"/>
                  </a:lnTo>
                  <a:lnTo>
                    <a:pt x="551468" y="723429"/>
                  </a:lnTo>
                  <a:lnTo>
                    <a:pt x="557648" y="690285"/>
                  </a:lnTo>
                  <a:lnTo>
                    <a:pt x="569850" y="658979"/>
                  </a:lnTo>
                  <a:lnTo>
                    <a:pt x="615565" y="583772"/>
                  </a:lnTo>
                  <a:lnTo>
                    <a:pt x="635692" y="533472"/>
                  </a:lnTo>
                  <a:lnTo>
                    <a:pt x="647882" y="480516"/>
                  </a:lnTo>
                  <a:lnTo>
                    <a:pt x="651824" y="425894"/>
                  </a:lnTo>
                  <a:lnTo>
                    <a:pt x="649375" y="376412"/>
                  </a:lnTo>
                  <a:lnTo>
                    <a:pt x="641913" y="327968"/>
                  </a:lnTo>
                  <a:lnTo>
                    <a:pt x="629620" y="280928"/>
                  </a:lnTo>
                  <a:lnTo>
                    <a:pt x="612678" y="235661"/>
                  </a:lnTo>
                  <a:lnTo>
                    <a:pt x="591268" y="192531"/>
                  </a:lnTo>
                  <a:lnTo>
                    <a:pt x="565572" y="151907"/>
                  </a:lnTo>
                  <a:lnTo>
                    <a:pt x="535773" y="114154"/>
                  </a:lnTo>
                  <a:lnTo>
                    <a:pt x="502051" y="79639"/>
                  </a:lnTo>
                  <a:lnTo>
                    <a:pt x="445285" y="33201"/>
                  </a:lnTo>
                  <a:lnTo>
                    <a:pt x="402686" y="8738"/>
                  </a:lnTo>
                  <a:lnTo>
                    <a:pt x="379729" y="0"/>
                  </a:lnTo>
                  <a:close/>
                </a:path>
              </a:pathLst>
            </a:custGeom>
            <a:solidFill>
              <a:srgbClr val="F6A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16644" y="3602875"/>
              <a:ext cx="1024890" cy="1319530"/>
            </a:xfrm>
            <a:custGeom>
              <a:avLst/>
              <a:gdLst/>
              <a:ahLst/>
              <a:cxnLst/>
              <a:rect l="l" t="t" r="r" b="b"/>
              <a:pathLst>
                <a:path w="1024890" h="1319529">
                  <a:moveTo>
                    <a:pt x="466178" y="1317663"/>
                  </a:moveTo>
                  <a:lnTo>
                    <a:pt x="453567" y="1292923"/>
                  </a:lnTo>
                  <a:lnTo>
                    <a:pt x="439572" y="1269022"/>
                  </a:lnTo>
                  <a:lnTo>
                    <a:pt x="424230" y="1246022"/>
                  </a:lnTo>
                  <a:lnTo>
                    <a:pt x="407581" y="1223987"/>
                  </a:lnTo>
                  <a:lnTo>
                    <a:pt x="377088" y="1180096"/>
                  </a:lnTo>
                  <a:lnTo>
                    <a:pt x="354266" y="1134427"/>
                  </a:lnTo>
                  <a:lnTo>
                    <a:pt x="338493" y="1087107"/>
                  </a:lnTo>
                  <a:lnTo>
                    <a:pt x="329107" y="1038263"/>
                  </a:lnTo>
                  <a:lnTo>
                    <a:pt x="325501" y="988034"/>
                  </a:lnTo>
                  <a:lnTo>
                    <a:pt x="327012" y="936561"/>
                  </a:lnTo>
                  <a:lnTo>
                    <a:pt x="334416" y="869188"/>
                  </a:lnTo>
                  <a:lnTo>
                    <a:pt x="334492" y="861796"/>
                  </a:lnTo>
                  <a:lnTo>
                    <a:pt x="300443" y="903325"/>
                  </a:lnTo>
                  <a:lnTo>
                    <a:pt x="271614" y="945692"/>
                  </a:lnTo>
                  <a:lnTo>
                    <a:pt x="248018" y="988923"/>
                  </a:lnTo>
                  <a:lnTo>
                    <a:pt x="229590" y="1033043"/>
                  </a:lnTo>
                  <a:lnTo>
                    <a:pt x="216306" y="1078090"/>
                  </a:lnTo>
                  <a:lnTo>
                    <a:pt x="208153" y="1124102"/>
                  </a:lnTo>
                  <a:lnTo>
                    <a:pt x="205079" y="1171092"/>
                  </a:lnTo>
                  <a:lnTo>
                    <a:pt x="207060" y="1219098"/>
                  </a:lnTo>
                  <a:lnTo>
                    <a:pt x="214071" y="1268158"/>
                  </a:lnTo>
                  <a:lnTo>
                    <a:pt x="226085" y="1318285"/>
                  </a:lnTo>
                  <a:lnTo>
                    <a:pt x="286486" y="1318285"/>
                  </a:lnTo>
                  <a:lnTo>
                    <a:pt x="272897" y="1271435"/>
                  </a:lnTo>
                  <a:lnTo>
                    <a:pt x="264960" y="1223479"/>
                  </a:lnTo>
                  <a:lnTo>
                    <a:pt x="262699" y="1174978"/>
                  </a:lnTo>
                  <a:lnTo>
                    <a:pt x="266141" y="1126464"/>
                  </a:lnTo>
                  <a:lnTo>
                    <a:pt x="275310" y="1078484"/>
                  </a:lnTo>
                  <a:lnTo>
                    <a:pt x="288709" y="1128560"/>
                  </a:lnTo>
                  <a:lnTo>
                    <a:pt x="308000" y="1176337"/>
                  </a:lnTo>
                  <a:lnTo>
                    <a:pt x="332917" y="1221232"/>
                  </a:lnTo>
                  <a:lnTo>
                    <a:pt x="363207" y="1262710"/>
                  </a:lnTo>
                  <a:lnTo>
                    <a:pt x="382765" y="1289354"/>
                  </a:lnTo>
                  <a:lnTo>
                    <a:pt x="400050" y="1317663"/>
                  </a:lnTo>
                  <a:lnTo>
                    <a:pt x="466178" y="1317663"/>
                  </a:lnTo>
                  <a:close/>
                </a:path>
                <a:path w="1024890" h="1319529">
                  <a:moveTo>
                    <a:pt x="1024521" y="1012774"/>
                  </a:moveTo>
                  <a:lnTo>
                    <a:pt x="1024305" y="963409"/>
                  </a:lnTo>
                  <a:lnTo>
                    <a:pt x="1018806" y="914298"/>
                  </a:lnTo>
                  <a:lnTo>
                    <a:pt x="1008011" y="865911"/>
                  </a:lnTo>
                  <a:lnTo>
                    <a:pt x="991958" y="818705"/>
                  </a:lnTo>
                  <a:lnTo>
                    <a:pt x="967219" y="773696"/>
                  </a:lnTo>
                  <a:lnTo>
                    <a:pt x="923696" y="753440"/>
                  </a:lnTo>
                  <a:lnTo>
                    <a:pt x="852436" y="744093"/>
                  </a:lnTo>
                  <a:lnTo>
                    <a:pt x="858469" y="818083"/>
                  </a:lnTo>
                  <a:lnTo>
                    <a:pt x="854265" y="854773"/>
                  </a:lnTo>
                  <a:lnTo>
                    <a:pt x="838581" y="886802"/>
                  </a:lnTo>
                  <a:lnTo>
                    <a:pt x="813371" y="911479"/>
                  </a:lnTo>
                  <a:lnTo>
                    <a:pt x="780554" y="926096"/>
                  </a:lnTo>
                  <a:lnTo>
                    <a:pt x="766660" y="926096"/>
                  </a:lnTo>
                  <a:lnTo>
                    <a:pt x="731824" y="921321"/>
                  </a:lnTo>
                  <a:lnTo>
                    <a:pt x="702068" y="904227"/>
                  </a:lnTo>
                  <a:lnTo>
                    <a:pt x="680224" y="877239"/>
                  </a:lnTo>
                  <a:lnTo>
                    <a:pt x="669112" y="842746"/>
                  </a:lnTo>
                  <a:lnTo>
                    <a:pt x="669607" y="820039"/>
                  </a:lnTo>
                  <a:lnTo>
                    <a:pt x="674281" y="798068"/>
                  </a:lnTo>
                  <a:lnTo>
                    <a:pt x="682942" y="777443"/>
                  </a:lnTo>
                  <a:lnTo>
                    <a:pt x="722122" y="715378"/>
                  </a:lnTo>
                  <a:lnTo>
                    <a:pt x="743127" y="669112"/>
                  </a:lnTo>
                  <a:lnTo>
                    <a:pt x="758228" y="620547"/>
                  </a:lnTo>
                  <a:lnTo>
                    <a:pt x="767257" y="570293"/>
                  </a:lnTo>
                  <a:lnTo>
                    <a:pt x="770001" y="518934"/>
                  </a:lnTo>
                  <a:lnTo>
                    <a:pt x="767867" y="468706"/>
                  </a:lnTo>
                  <a:lnTo>
                    <a:pt x="761161" y="419379"/>
                  </a:lnTo>
                  <a:lnTo>
                    <a:pt x="750011" y="371259"/>
                  </a:lnTo>
                  <a:lnTo>
                    <a:pt x="734568" y="324637"/>
                  </a:lnTo>
                  <a:lnTo>
                    <a:pt x="714984" y="279819"/>
                  </a:lnTo>
                  <a:lnTo>
                    <a:pt x="691400" y="237109"/>
                  </a:lnTo>
                  <a:lnTo>
                    <a:pt x="663981" y="196811"/>
                  </a:lnTo>
                  <a:lnTo>
                    <a:pt x="632853" y="159219"/>
                  </a:lnTo>
                  <a:lnTo>
                    <a:pt x="598170" y="124637"/>
                  </a:lnTo>
                  <a:lnTo>
                    <a:pt x="536206" y="74536"/>
                  </a:lnTo>
                  <a:lnTo>
                    <a:pt x="483603" y="45072"/>
                  </a:lnTo>
                  <a:lnTo>
                    <a:pt x="334492" y="0"/>
                  </a:lnTo>
                  <a:lnTo>
                    <a:pt x="385546" y="117398"/>
                  </a:lnTo>
                  <a:lnTo>
                    <a:pt x="401561" y="161442"/>
                  </a:lnTo>
                  <a:lnTo>
                    <a:pt x="410591" y="204673"/>
                  </a:lnTo>
                  <a:lnTo>
                    <a:pt x="412597" y="247484"/>
                  </a:lnTo>
                  <a:lnTo>
                    <a:pt x="407504" y="290309"/>
                  </a:lnTo>
                  <a:lnTo>
                    <a:pt x="395262" y="333565"/>
                  </a:lnTo>
                  <a:lnTo>
                    <a:pt x="375780" y="377698"/>
                  </a:lnTo>
                  <a:lnTo>
                    <a:pt x="349008" y="423113"/>
                  </a:lnTo>
                  <a:lnTo>
                    <a:pt x="314883" y="470230"/>
                  </a:lnTo>
                  <a:lnTo>
                    <a:pt x="255333" y="533069"/>
                  </a:lnTo>
                  <a:lnTo>
                    <a:pt x="146697" y="635520"/>
                  </a:lnTo>
                  <a:lnTo>
                    <a:pt x="113525" y="672249"/>
                  </a:lnTo>
                  <a:lnTo>
                    <a:pt x="82804" y="712419"/>
                  </a:lnTo>
                  <a:lnTo>
                    <a:pt x="55867" y="756729"/>
                  </a:lnTo>
                  <a:lnTo>
                    <a:pt x="34023" y="805903"/>
                  </a:lnTo>
                  <a:lnTo>
                    <a:pt x="18935" y="854265"/>
                  </a:lnTo>
                  <a:lnTo>
                    <a:pt x="8242" y="902271"/>
                  </a:lnTo>
                  <a:lnTo>
                    <a:pt x="1943" y="949896"/>
                  </a:lnTo>
                  <a:lnTo>
                    <a:pt x="0" y="997140"/>
                  </a:lnTo>
                  <a:lnTo>
                    <a:pt x="2425" y="1043952"/>
                  </a:lnTo>
                  <a:lnTo>
                    <a:pt x="9169" y="1090345"/>
                  </a:lnTo>
                  <a:lnTo>
                    <a:pt x="20243" y="1136281"/>
                  </a:lnTo>
                  <a:lnTo>
                    <a:pt x="35623" y="1181747"/>
                  </a:lnTo>
                  <a:lnTo>
                    <a:pt x="55283" y="1226731"/>
                  </a:lnTo>
                  <a:lnTo>
                    <a:pt x="79222" y="1271206"/>
                  </a:lnTo>
                  <a:lnTo>
                    <a:pt x="107403" y="1315161"/>
                  </a:lnTo>
                  <a:lnTo>
                    <a:pt x="183210" y="1317040"/>
                  </a:lnTo>
                  <a:lnTo>
                    <a:pt x="165087" y="1295184"/>
                  </a:lnTo>
                  <a:lnTo>
                    <a:pt x="136093" y="1252194"/>
                  </a:lnTo>
                  <a:lnTo>
                    <a:pt x="111531" y="1208443"/>
                  </a:lnTo>
                  <a:lnTo>
                    <a:pt x="91541" y="1163916"/>
                  </a:lnTo>
                  <a:lnTo>
                    <a:pt x="76263" y="1118577"/>
                  </a:lnTo>
                  <a:lnTo>
                    <a:pt x="65836" y="1072400"/>
                  </a:lnTo>
                  <a:lnTo>
                    <a:pt x="60413" y="1025359"/>
                  </a:lnTo>
                  <a:lnTo>
                    <a:pt x="60109" y="977430"/>
                  </a:lnTo>
                  <a:lnTo>
                    <a:pt x="65087" y="928598"/>
                  </a:lnTo>
                  <a:lnTo>
                    <a:pt x="75463" y="878814"/>
                  </a:lnTo>
                  <a:lnTo>
                    <a:pt x="91401" y="828065"/>
                  </a:lnTo>
                  <a:lnTo>
                    <a:pt x="113766" y="777925"/>
                  </a:lnTo>
                  <a:lnTo>
                    <a:pt x="143332" y="732751"/>
                  </a:lnTo>
                  <a:lnTo>
                    <a:pt x="178181" y="691400"/>
                  </a:lnTo>
                  <a:lnTo>
                    <a:pt x="336956" y="537603"/>
                  </a:lnTo>
                  <a:lnTo>
                    <a:pt x="361988" y="509587"/>
                  </a:lnTo>
                  <a:lnTo>
                    <a:pt x="392544" y="468312"/>
                  </a:lnTo>
                  <a:lnTo>
                    <a:pt x="419138" y="426199"/>
                  </a:lnTo>
                  <a:lnTo>
                    <a:pt x="441147" y="383082"/>
                  </a:lnTo>
                  <a:lnTo>
                    <a:pt x="457911" y="338785"/>
                  </a:lnTo>
                  <a:lnTo>
                    <a:pt x="468807" y="293141"/>
                  </a:lnTo>
                  <a:lnTo>
                    <a:pt x="473189" y="245973"/>
                  </a:lnTo>
                  <a:lnTo>
                    <a:pt x="470408" y="197116"/>
                  </a:lnTo>
                  <a:lnTo>
                    <a:pt x="459828" y="146405"/>
                  </a:lnTo>
                  <a:lnTo>
                    <a:pt x="440817" y="93675"/>
                  </a:lnTo>
                  <a:lnTo>
                    <a:pt x="485660" y="113347"/>
                  </a:lnTo>
                  <a:lnTo>
                    <a:pt x="525678" y="142087"/>
                  </a:lnTo>
                  <a:lnTo>
                    <a:pt x="563130" y="172999"/>
                  </a:lnTo>
                  <a:lnTo>
                    <a:pt x="596849" y="207505"/>
                  </a:lnTo>
                  <a:lnTo>
                    <a:pt x="626643" y="245262"/>
                  </a:lnTo>
                  <a:lnTo>
                    <a:pt x="652335" y="285889"/>
                  </a:lnTo>
                  <a:lnTo>
                    <a:pt x="673747" y="329018"/>
                  </a:lnTo>
                  <a:lnTo>
                    <a:pt x="690702" y="374281"/>
                  </a:lnTo>
                  <a:lnTo>
                    <a:pt x="702995" y="421322"/>
                  </a:lnTo>
                  <a:lnTo>
                    <a:pt x="710463" y="469773"/>
                  </a:lnTo>
                  <a:lnTo>
                    <a:pt x="712901" y="519252"/>
                  </a:lnTo>
                  <a:lnTo>
                    <a:pt x="708964" y="573874"/>
                  </a:lnTo>
                  <a:lnTo>
                    <a:pt x="696772" y="626833"/>
                  </a:lnTo>
                  <a:lnTo>
                    <a:pt x="676643" y="677125"/>
                  </a:lnTo>
                  <a:lnTo>
                    <a:pt x="630923" y="752335"/>
                  </a:lnTo>
                  <a:lnTo>
                    <a:pt x="618718" y="783640"/>
                  </a:lnTo>
                  <a:lnTo>
                    <a:pt x="612546" y="816787"/>
                  </a:lnTo>
                  <a:lnTo>
                    <a:pt x="612660" y="850849"/>
                  </a:lnTo>
                  <a:lnTo>
                    <a:pt x="624903" y="895934"/>
                  </a:lnTo>
                  <a:lnTo>
                    <a:pt x="648627" y="934110"/>
                  </a:lnTo>
                  <a:lnTo>
                    <a:pt x="681634" y="963422"/>
                  </a:lnTo>
                  <a:lnTo>
                    <a:pt x="721715" y="981913"/>
                  </a:lnTo>
                  <a:lnTo>
                    <a:pt x="787209" y="987628"/>
                  </a:lnTo>
                  <a:lnTo>
                    <a:pt x="831697" y="971791"/>
                  </a:lnTo>
                  <a:lnTo>
                    <a:pt x="868680" y="944156"/>
                  </a:lnTo>
                  <a:lnTo>
                    <a:pt x="896340" y="907135"/>
                  </a:lnTo>
                  <a:lnTo>
                    <a:pt x="912863" y="863155"/>
                  </a:lnTo>
                  <a:lnTo>
                    <a:pt x="916444" y="814628"/>
                  </a:lnTo>
                  <a:lnTo>
                    <a:pt x="926363" y="818426"/>
                  </a:lnTo>
                  <a:lnTo>
                    <a:pt x="932307" y="825500"/>
                  </a:lnTo>
                  <a:lnTo>
                    <a:pt x="954709" y="891222"/>
                  </a:lnTo>
                  <a:lnTo>
                    <a:pt x="964082" y="940346"/>
                  </a:lnTo>
                  <a:lnTo>
                    <a:pt x="967193" y="990117"/>
                  </a:lnTo>
                  <a:lnTo>
                    <a:pt x="964082" y="1039888"/>
                  </a:lnTo>
                  <a:lnTo>
                    <a:pt x="954709" y="1089025"/>
                  </a:lnTo>
                  <a:lnTo>
                    <a:pt x="939114" y="1136878"/>
                  </a:lnTo>
                  <a:lnTo>
                    <a:pt x="918794" y="1186713"/>
                  </a:lnTo>
                  <a:lnTo>
                    <a:pt x="893711" y="1234020"/>
                  </a:lnTo>
                  <a:lnTo>
                    <a:pt x="864069" y="1278407"/>
                  </a:lnTo>
                  <a:lnTo>
                    <a:pt x="830084" y="1319530"/>
                  </a:lnTo>
                  <a:lnTo>
                    <a:pt x="907999" y="1319530"/>
                  </a:lnTo>
                  <a:lnTo>
                    <a:pt x="933792" y="1281709"/>
                  </a:lnTo>
                  <a:lnTo>
                    <a:pt x="956691" y="1242021"/>
                  </a:lnTo>
                  <a:lnTo>
                    <a:pt x="976617" y="1200658"/>
                  </a:lnTo>
                  <a:lnTo>
                    <a:pt x="993470" y="1157795"/>
                  </a:lnTo>
                  <a:lnTo>
                    <a:pt x="1009103" y="1110424"/>
                  </a:lnTo>
                  <a:lnTo>
                    <a:pt x="1019454" y="1061935"/>
                  </a:lnTo>
                  <a:lnTo>
                    <a:pt x="1024521" y="10127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195829" y="4966461"/>
            <a:ext cx="1360805" cy="4629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850" spc="-10" dirty="0">
                <a:latin typeface="Arial"/>
                <a:cs typeface="Arial"/>
              </a:rPr>
              <a:t>Attacker</a:t>
            </a:r>
            <a:endParaRPr sz="28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58153" y="6624218"/>
            <a:ext cx="77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solidFill>
                  <a:srgbClr val="BEBEBE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388220" y="5049139"/>
            <a:ext cx="1010919" cy="4629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850" spc="-10" dirty="0">
                <a:latin typeface="Arial"/>
                <a:cs typeface="Arial"/>
              </a:rPr>
              <a:t>Victim</a:t>
            </a:r>
            <a:endParaRPr sz="28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36008" y="2004060"/>
            <a:ext cx="3721735" cy="756285"/>
          </a:xfrm>
          <a:prstGeom prst="rect">
            <a:avLst/>
          </a:prstGeom>
          <a:solidFill>
            <a:srgbClr val="C5C3C3"/>
          </a:solidFill>
        </p:spPr>
        <p:txBody>
          <a:bodyPr vert="horz" wrap="square" lIns="0" tIns="40005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315"/>
              </a:spcBef>
            </a:pPr>
            <a:r>
              <a:rPr sz="2150" dirty="0">
                <a:latin typeface="Arial"/>
                <a:cs typeface="Arial"/>
              </a:rPr>
              <a:t>Attacker</a:t>
            </a:r>
            <a:r>
              <a:rPr sz="2150" spc="-4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sends</a:t>
            </a:r>
            <a:r>
              <a:rPr sz="2150" spc="-2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any</a:t>
            </a:r>
            <a:r>
              <a:rPr sz="2150" spc="-3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valid</a:t>
            </a:r>
            <a:r>
              <a:rPr sz="2150" spc="-20" dirty="0">
                <a:latin typeface="Arial"/>
                <a:cs typeface="Arial"/>
              </a:rPr>
              <a:t> </a:t>
            </a:r>
            <a:r>
              <a:rPr sz="2150" spc="-25" dirty="0">
                <a:latin typeface="Arial"/>
                <a:cs typeface="Arial"/>
              </a:rPr>
              <a:t>or</a:t>
            </a:r>
            <a:endParaRPr sz="2150">
              <a:latin typeface="Arial"/>
              <a:cs typeface="Arial"/>
            </a:endParaRPr>
          </a:p>
          <a:p>
            <a:pPr marL="335280">
              <a:lnSpc>
                <a:spcPct val="100000"/>
              </a:lnSpc>
            </a:pPr>
            <a:r>
              <a:rPr sz="2150" dirty="0">
                <a:latin typeface="Arial"/>
                <a:cs typeface="Arial"/>
              </a:rPr>
              <a:t>invalid</a:t>
            </a:r>
            <a:r>
              <a:rPr sz="2150" spc="-4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traffic</a:t>
            </a:r>
            <a:r>
              <a:rPr sz="2150" spc="-4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to</a:t>
            </a:r>
            <a:r>
              <a:rPr sz="2150" spc="-2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the</a:t>
            </a:r>
            <a:r>
              <a:rPr sz="2150" spc="-25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victim</a:t>
            </a:r>
            <a:endParaRPr sz="21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50564" y="2004060"/>
            <a:ext cx="789940" cy="786765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8255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50"/>
              </a:spcBef>
            </a:pPr>
            <a:r>
              <a:rPr sz="37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3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1104138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8575">
            <a:solidFill>
              <a:srgbClr val="EC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32364" y="335889"/>
            <a:ext cx="1385316" cy="43902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6473951"/>
            <a:ext cx="12192000" cy="384175"/>
            <a:chOff x="0" y="6473951"/>
            <a:chExt cx="12192000" cy="384175"/>
          </a:xfrm>
        </p:grpSpPr>
        <p:sp>
          <p:nvSpPr>
            <p:cNvPr id="5" name="object 5"/>
            <p:cNvSpPr/>
            <p:nvPr/>
          </p:nvSpPr>
          <p:spPr>
            <a:xfrm>
              <a:off x="0" y="6473951"/>
              <a:ext cx="12192000" cy="384175"/>
            </a:xfrm>
            <a:custGeom>
              <a:avLst/>
              <a:gdLst/>
              <a:ahLst/>
              <a:cxnLst/>
              <a:rect l="l" t="t" r="r" b="b"/>
              <a:pathLst>
                <a:path w="12192000" h="384175">
                  <a:moveTo>
                    <a:pt x="1219200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12192000" y="38404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74552" y="6617208"/>
              <a:ext cx="614172" cy="14173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275" y="6582154"/>
              <a:ext cx="579120" cy="19811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53974" y="356057"/>
            <a:ext cx="66040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Verdana"/>
                <a:cs typeface="Verdana"/>
              </a:rPr>
              <a:t>Anatomy</a:t>
            </a:r>
            <a:r>
              <a:rPr sz="3200" spc="-3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of</a:t>
            </a:r>
            <a:r>
              <a:rPr sz="3200" spc="-3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a</a:t>
            </a:r>
            <a:r>
              <a:rPr sz="3200" spc="-1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Plain</a:t>
            </a:r>
            <a:r>
              <a:rPr sz="3200" spc="-2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DDoS</a:t>
            </a:r>
            <a:r>
              <a:rPr sz="3200" spc="-50" dirty="0">
                <a:latin typeface="Verdana"/>
                <a:cs typeface="Verdana"/>
              </a:rPr>
              <a:t> </a:t>
            </a:r>
            <a:r>
              <a:rPr sz="3200" spc="-10" dirty="0">
                <a:latin typeface="Verdana"/>
                <a:cs typeface="Verdana"/>
              </a:rPr>
              <a:t>Attack</a:t>
            </a:r>
            <a:endParaRPr sz="32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53128" y="3354451"/>
            <a:ext cx="6649720" cy="1307465"/>
            <a:chOff x="4453128" y="3354451"/>
            <a:chExt cx="6649720" cy="1307465"/>
          </a:xfrm>
        </p:grpSpPr>
        <p:sp>
          <p:nvSpPr>
            <p:cNvPr id="10" name="object 10"/>
            <p:cNvSpPr/>
            <p:nvPr/>
          </p:nvSpPr>
          <p:spPr>
            <a:xfrm>
              <a:off x="6007989" y="3387153"/>
              <a:ext cx="4682490" cy="0"/>
            </a:xfrm>
            <a:custGeom>
              <a:avLst/>
              <a:gdLst/>
              <a:ahLst/>
              <a:cxnLst/>
              <a:rect l="l" t="t" r="r" b="b"/>
              <a:pathLst>
                <a:path w="4682490">
                  <a:moveTo>
                    <a:pt x="0" y="0"/>
                  </a:moveTo>
                  <a:lnTo>
                    <a:pt x="4682250" y="0"/>
                  </a:lnTo>
                </a:path>
              </a:pathLst>
            </a:custGeom>
            <a:ln w="64897">
              <a:solidFill>
                <a:srgbClr val="4471C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43956" y="3611880"/>
              <a:ext cx="5330190" cy="1021080"/>
            </a:xfrm>
            <a:custGeom>
              <a:avLst/>
              <a:gdLst/>
              <a:ahLst/>
              <a:cxnLst/>
              <a:rect l="l" t="t" r="r" b="b"/>
              <a:pathLst>
                <a:path w="5330190" h="1021079">
                  <a:moveTo>
                    <a:pt x="765048" y="117094"/>
                  </a:moveTo>
                  <a:lnTo>
                    <a:pt x="5330190" y="0"/>
                  </a:lnTo>
                </a:path>
                <a:path w="5330190" h="1021079">
                  <a:moveTo>
                    <a:pt x="765048" y="447548"/>
                  </a:moveTo>
                  <a:lnTo>
                    <a:pt x="5330190" y="263652"/>
                  </a:lnTo>
                </a:path>
                <a:path w="5330190" h="1021079">
                  <a:moveTo>
                    <a:pt x="0" y="1021080"/>
                  </a:moveTo>
                  <a:lnTo>
                    <a:pt x="5226685" y="489204"/>
                  </a:lnTo>
                </a:path>
              </a:pathLst>
            </a:custGeom>
            <a:ln w="57150">
              <a:solidFill>
                <a:srgbClr val="4471C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53128" y="3796284"/>
              <a:ext cx="233172" cy="6553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932679" y="4762322"/>
            <a:ext cx="810260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10" dirty="0">
                <a:latin typeface="Arial"/>
                <a:cs typeface="Arial"/>
              </a:rPr>
              <a:t>Botnet</a:t>
            </a:r>
            <a:endParaRPr sz="21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77951" y="3238233"/>
            <a:ext cx="1092835" cy="1289685"/>
          </a:xfrm>
          <a:custGeom>
            <a:avLst/>
            <a:gdLst/>
            <a:ahLst/>
            <a:cxnLst/>
            <a:rect l="l" t="t" r="r" b="b"/>
            <a:pathLst>
              <a:path w="1092835" h="1289685">
                <a:moveTo>
                  <a:pt x="883119" y="545769"/>
                </a:moveTo>
                <a:lnTo>
                  <a:pt x="835113" y="550456"/>
                </a:lnTo>
                <a:lnTo>
                  <a:pt x="787031" y="554266"/>
                </a:lnTo>
                <a:lnTo>
                  <a:pt x="738898" y="557174"/>
                </a:lnTo>
                <a:lnTo>
                  <a:pt x="690714" y="559206"/>
                </a:lnTo>
                <a:lnTo>
                  <a:pt x="642518" y="560336"/>
                </a:lnTo>
                <a:lnTo>
                  <a:pt x="594296" y="560578"/>
                </a:lnTo>
                <a:lnTo>
                  <a:pt x="546061" y="559930"/>
                </a:lnTo>
                <a:lnTo>
                  <a:pt x="497801" y="560578"/>
                </a:lnTo>
                <a:lnTo>
                  <a:pt x="449541" y="560336"/>
                </a:lnTo>
                <a:lnTo>
                  <a:pt x="401294" y="559206"/>
                </a:lnTo>
                <a:lnTo>
                  <a:pt x="353098" y="557174"/>
                </a:lnTo>
                <a:lnTo>
                  <a:pt x="304927" y="554266"/>
                </a:lnTo>
                <a:lnTo>
                  <a:pt x="256819" y="550456"/>
                </a:lnTo>
                <a:lnTo>
                  <a:pt x="208788" y="545769"/>
                </a:lnTo>
                <a:lnTo>
                  <a:pt x="208876" y="550456"/>
                </a:lnTo>
                <a:lnTo>
                  <a:pt x="211416" y="598944"/>
                </a:lnTo>
                <a:lnTo>
                  <a:pt x="219113" y="647395"/>
                </a:lnTo>
                <a:lnTo>
                  <a:pt x="231546" y="693610"/>
                </a:lnTo>
                <a:lnTo>
                  <a:pt x="248386" y="737222"/>
                </a:lnTo>
                <a:lnTo>
                  <a:pt x="269341" y="777849"/>
                </a:lnTo>
                <a:lnTo>
                  <a:pt x="294055" y="815098"/>
                </a:lnTo>
                <a:lnTo>
                  <a:pt x="322249" y="848614"/>
                </a:lnTo>
                <a:lnTo>
                  <a:pt x="353580" y="878001"/>
                </a:lnTo>
                <a:lnTo>
                  <a:pt x="387731" y="902906"/>
                </a:lnTo>
                <a:lnTo>
                  <a:pt x="424408" y="922921"/>
                </a:lnTo>
                <a:lnTo>
                  <a:pt x="463270" y="937691"/>
                </a:lnTo>
                <a:lnTo>
                  <a:pt x="504012" y="946823"/>
                </a:lnTo>
                <a:lnTo>
                  <a:pt x="546277" y="949960"/>
                </a:lnTo>
                <a:lnTo>
                  <a:pt x="588581" y="946823"/>
                </a:lnTo>
                <a:lnTo>
                  <a:pt x="629310" y="937691"/>
                </a:lnTo>
                <a:lnTo>
                  <a:pt x="668134" y="922921"/>
                </a:lnTo>
                <a:lnTo>
                  <a:pt x="704748" y="902906"/>
                </a:lnTo>
                <a:lnTo>
                  <a:pt x="738847" y="878001"/>
                </a:lnTo>
                <a:lnTo>
                  <a:pt x="770102" y="848614"/>
                </a:lnTo>
                <a:lnTo>
                  <a:pt x="798207" y="815098"/>
                </a:lnTo>
                <a:lnTo>
                  <a:pt x="822845" y="777849"/>
                </a:lnTo>
                <a:lnTo>
                  <a:pt x="843711" y="737222"/>
                </a:lnTo>
                <a:lnTo>
                  <a:pt x="860475" y="693610"/>
                </a:lnTo>
                <a:lnTo>
                  <a:pt x="872845" y="647395"/>
                </a:lnTo>
                <a:lnTo>
                  <a:pt x="880503" y="598944"/>
                </a:lnTo>
                <a:lnTo>
                  <a:pt x="882497" y="560578"/>
                </a:lnTo>
                <a:lnTo>
                  <a:pt x="883031" y="550456"/>
                </a:lnTo>
                <a:lnTo>
                  <a:pt x="883119" y="545769"/>
                </a:lnTo>
                <a:close/>
              </a:path>
              <a:path w="1092835" h="1289685">
                <a:moveTo>
                  <a:pt x="1020775" y="422325"/>
                </a:moveTo>
                <a:lnTo>
                  <a:pt x="995514" y="369671"/>
                </a:lnTo>
                <a:lnTo>
                  <a:pt x="939939" y="335572"/>
                </a:lnTo>
                <a:lnTo>
                  <a:pt x="884377" y="317207"/>
                </a:lnTo>
                <a:lnTo>
                  <a:pt x="859116" y="311708"/>
                </a:lnTo>
                <a:lnTo>
                  <a:pt x="857161" y="253365"/>
                </a:lnTo>
                <a:lnTo>
                  <a:pt x="851357" y="198488"/>
                </a:lnTo>
                <a:lnTo>
                  <a:pt x="841756" y="148132"/>
                </a:lnTo>
                <a:lnTo>
                  <a:pt x="828433" y="103352"/>
                </a:lnTo>
                <a:lnTo>
                  <a:pt x="811479" y="65201"/>
                </a:lnTo>
                <a:lnTo>
                  <a:pt x="766876" y="13017"/>
                </a:lnTo>
                <a:lnTo>
                  <a:pt x="708507" y="0"/>
                </a:lnTo>
                <a:lnTo>
                  <a:pt x="643216" y="21170"/>
                </a:lnTo>
                <a:lnTo>
                  <a:pt x="611441" y="28956"/>
                </a:lnTo>
                <a:lnTo>
                  <a:pt x="579145" y="34150"/>
                </a:lnTo>
                <a:lnTo>
                  <a:pt x="546506" y="36728"/>
                </a:lnTo>
                <a:lnTo>
                  <a:pt x="513791" y="34175"/>
                </a:lnTo>
                <a:lnTo>
                  <a:pt x="481444" y="28994"/>
                </a:lnTo>
                <a:lnTo>
                  <a:pt x="449605" y="21196"/>
                </a:lnTo>
                <a:lnTo>
                  <a:pt x="384149" y="25"/>
                </a:lnTo>
                <a:lnTo>
                  <a:pt x="353225" y="1143"/>
                </a:lnTo>
                <a:lnTo>
                  <a:pt x="301650" y="34925"/>
                </a:lnTo>
                <a:lnTo>
                  <a:pt x="264198" y="103632"/>
                </a:lnTo>
                <a:lnTo>
                  <a:pt x="250926" y="148412"/>
                </a:lnTo>
                <a:lnTo>
                  <a:pt x="241363" y="198729"/>
                </a:lnTo>
                <a:lnTo>
                  <a:pt x="235585" y="253517"/>
                </a:lnTo>
                <a:lnTo>
                  <a:pt x="233654" y="311708"/>
                </a:lnTo>
                <a:lnTo>
                  <a:pt x="208394" y="317207"/>
                </a:lnTo>
                <a:lnTo>
                  <a:pt x="152819" y="335572"/>
                </a:lnTo>
                <a:lnTo>
                  <a:pt x="97256" y="369671"/>
                </a:lnTo>
                <a:lnTo>
                  <a:pt x="71996" y="422325"/>
                </a:lnTo>
                <a:lnTo>
                  <a:pt x="77711" y="447738"/>
                </a:lnTo>
                <a:lnTo>
                  <a:pt x="119532" y="486270"/>
                </a:lnTo>
                <a:lnTo>
                  <a:pt x="193014" y="510984"/>
                </a:lnTo>
                <a:lnTo>
                  <a:pt x="238315" y="519112"/>
                </a:lnTo>
                <a:lnTo>
                  <a:pt x="287553" y="524941"/>
                </a:lnTo>
                <a:lnTo>
                  <a:pt x="392557" y="531215"/>
                </a:lnTo>
                <a:lnTo>
                  <a:pt x="647306" y="532536"/>
                </a:lnTo>
                <a:lnTo>
                  <a:pt x="753516" y="529183"/>
                </a:lnTo>
                <a:lnTo>
                  <a:pt x="805345" y="525411"/>
                </a:lnTo>
                <a:lnTo>
                  <a:pt x="854557" y="519696"/>
                </a:lnTo>
                <a:lnTo>
                  <a:pt x="899833" y="511644"/>
                </a:lnTo>
                <a:lnTo>
                  <a:pt x="939838" y="500849"/>
                </a:lnTo>
                <a:lnTo>
                  <a:pt x="998778" y="469468"/>
                </a:lnTo>
                <a:lnTo>
                  <a:pt x="1015047" y="448068"/>
                </a:lnTo>
                <a:lnTo>
                  <a:pt x="1020775" y="422325"/>
                </a:lnTo>
                <a:close/>
              </a:path>
              <a:path w="1092835" h="1289685">
                <a:moveTo>
                  <a:pt x="1092771" y="1289545"/>
                </a:moveTo>
                <a:lnTo>
                  <a:pt x="1060018" y="1115288"/>
                </a:lnTo>
                <a:lnTo>
                  <a:pt x="987945" y="1018565"/>
                </a:lnTo>
                <a:lnTo>
                  <a:pt x="915885" y="976985"/>
                </a:lnTo>
                <a:lnTo>
                  <a:pt x="883119" y="968095"/>
                </a:lnTo>
                <a:lnTo>
                  <a:pt x="939457" y="950658"/>
                </a:lnTo>
                <a:lnTo>
                  <a:pt x="983996" y="946746"/>
                </a:lnTo>
                <a:lnTo>
                  <a:pt x="1032903" y="948664"/>
                </a:lnTo>
                <a:lnTo>
                  <a:pt x="1034897" y="939063"/>
                </a:lnTo>
                <a:lnTo>
                  <a:pt x="986866" y="868832"/>
                </a:lnTo>
                <a:lnTo>
                  <a:pt x="946785" y="832764"/>
                </a:lnTo>
                <a:lnTo>
                  <a:pt x="906907" y="807288"/>
                </a:lnTo>
                <a:lnTo>
                  <a:pt x="874102" y="795743"/>
                </a:lnTo>
                <a:lnTo>
                  <a:pt x="855192" y="801497"/>
                </a:lnTo>
                <a:lnTo>
                  <a:pt x="824852" y="845172"/>
                </a:lnTo>
                <a:lnTo>
                  <a:pt x="789317" y="883932"/>
                </a:lnTo>
                <a:lnTo>
                  <a:pt x="749147" y="917384"/>
                </a:lnTo>
                <a:lnTo>
                  <a:pt x="704938" y="945083"/>
                </a:lnTo>
                <a:lnTo>
                  <a:pt x="657263" y="966635"/>
                </a:lnTo>
                <a:lnTo>
                  <a:pt x="606704" y="981595"/>
                </a:lnTo>
                <a:lnTo>
                  <a:pt x="546061" y="1154823"/>
                </a:lnTo>
                <a:lnTo>
                  <a:pt x="485203" y="981595"/>
                </a:lnTo>
                <a:lnTo>
                  <a:pt x="434632" y="966635"/>
                </a:lnTo>
                <a:lnTo>
                  <a:pt x="386956" y="945083"/>
                </a:lnTo>
                <a:lnTo>
                  <a:pt x="342747" y="917384"/>
                </a:lnTo>
                <a:lnTo>
                  <a:pt x="302577" y="883932"/>
                </a:lnTo>
                <a:lnTo>
                  <a:pt x="267030" y="845172"/>
                </a:lnTo>
                <a:lnTo>
                  <a:pt x="236702" y="801497"/>
                </a:lnTo>
                <a:lnTo>
                  <a:pt x="217995" y="795337"/>
                </a:lnTo>
                <a:lnTo>
                  <a:pt x="146050" y="831265"/>
                </a:lnTo>
                <a:lnTo>
                  <a:pt x="105867" y="867537"/>
                </a:lnTo>
                <a:lnTo>
                  <a:pt x="71551" y="912139"/>
                </a:lnTo>
                <a:lnTo>
                  <a:pt x="56235" y="940219"/>
                </a:lnTo>
                <a:lnTo>
                  <a:pt x="58013" y="950137"/>
                </a:lnTo>
                <a:lnTo>
                  <a:pt x="107353" y="947496"/>
                </a:lnTo>
                <a:lnTo>
                  <a:pt x="152158" y="950899"/>
                </a:lnTo>
                <a:lnTo>
                  <a:pt x="208559" y="968095"/>
                </a:lnTo>
                <a:lnTo>
                  <a:pt x="187045" y="973302"/>
                </a:lnTo>
                <a:lnTo>
                  <a:pt x="163703" y="981964"/>
                </a:lnTo>
                <a:lnTo>
                  <a:pt x="104444" y="1018565"/>
                </a:lnTo>
                <a:lnTo>
                  <a:pt x="73533" y="1049388"/>
                </a:lnTo>
                <a:lnTo>
                  <a:pt x="45135" y="1090460"/>
                </a:lnTo>
                <a:lnTo>
                  <a:pt x="21729" y="1143215"/>
                </a:lnTo>
                <a:lnTo>
                  <a:pt x="5854" y="1209103"/>
                </a:lnTo>
                <a:lnTo>
                  <a:pt x="0" y="1289545"/>
                </a:lnTo>
                <a:lnTo>
                  <a:pt x="1092771" y="1289545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11758" y="4650994"/>
            <a:ext cx="101981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10" dirty="0">
                <a:latin typeface="Arial"/>
                <a:cs typeface="Arial"/>
              </a:rPr>
              <a:t>Attacker</a:t>
            </a:r>
            <a:endParaRPr sz="2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54665" y="4260595"/>
            <a:ext cx="643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Victim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002954" y="2982689"/>
            <a:ext cx="7232650" cy="1685925"/>
            <a:chOff x="4002954" y="2982689"/>
            <a:chExt cx="7232650" cy="1685925"/>
          </a:xfrm>
        </p:grpSpPr>
        <p:sp>
          <p:nvSpPr>
            <p:cNvPr id="18" name="object 18"/>
            <p:cNvSpPr/>
            <p:nvPr/>
          </p:nvSpPr>
          <p:spPr>
            <a:xfrm>
              <a:off x="10689069" y="2982696"/>
              <a:ext cx="546735" cy="1271270"/>
            </a:xfrm>
            <a:custGeom>
              <a:avLst/>
              <a:gdLst/>
              <a:ahLst/>
              <a:cxnLst/>
              <a:rect l="l" t="t" r="r" b="b"/>
              <a:pathLst>
                <a:path w="546734" h="1271270">
                  <a:moveTo>
                    <a:pt x="544042" y="708736"/>
                  </a:moveTo>
                  <a:lnTo>
                    <a:pt x="1168" y="708736"/>
                  </a:lnTo>
                  <a:lnTo>
                    <a:pt x="1168" y="1271206"/>
                  </a:lnTo>
                  <a:lnTo>
                    <a:pt x="544042" y="1271206"/>
                  </a:lnTo>
                  <a:lnTo>
                    <a:pt x="544042" y="708736"/>
                  </a:lnTo>
                  <a:close/>
                </a:path>
                <a:path w="546734" h="1271270">
                  <a:moveTo>
                    <a:pt x="544042" y="357124"/>
                  </a:moveTo>
                  <a:lnTo>
                    <a:pt x="1168" y="357124"/>
                  </a:lnTo>
                  <a:lnTo>
                    <a:pt x="1168" y="495947"/>
                  </a:lnTo>
                  <a:lnTo>
                    <a:pt x="544042" y="495947"/>
                  </a:lnTo>
                  <a:lnTo>
                    <a:pt x="544042" y="357124"/>
                  </a:lnTo>
                  <a:close/>
                </a:path>
                <a:path w="546734" h="1271270">
                  <a:moveTo>
                    <a:pt x="544042" y="0"/>
                  </a:moveTo>
                  <a:lnTo>
                    <a:pt x="1168" y="0"/>
                  </a:lnTo>
                  <a:lnTo>
                    <a:pt x="1168" y="138823"/>
                  </a:lnTo>
                  <a:lnTo>
                    <a:pt x="544042" y="138823"/>
                  </a:lnTo>
                  <a:lnTo>
                    <a:pt x="544042" y="0"/>
                  </a:lnTo>
                  <a:close/>
                </a:path>
                <a:path w="546734" h="1271270">
                  <a:moveTo>
                    <a:pt x="544995" y="183311"/>
                  </a:moveTo>
                  <a:lnTo>
                    <a:pt x="2171" y="174180"/>
                  </a:lnTo>
                  <a:lnTo>
                    <a:pt x="0" y="312978"/>
                  </a:lnTo>
                  <a:lnTo>
                    <a:pt x="542823" y="322122"/>
                  </a:lnTo>
                  <a:lnTo>
                    <a:pt x="544995" y="183311"/>
                  </a:lnTo>
                  <a:close/>
                </a:path>
                <a:path w="546734" h="1271270">
                  <a:moveTo>
                    <a:pt x="546354" y="524725"/>
                  </a:moveTo>
                  <a:lnTo>
                    <a:pt x="2603" y="524725"/>
                  </a:lnTo>
                  <a:lnTo>
                    <a:pt x="2603" y="535787"/>
                  </a:lnTo>
                  <a:lnTo>
                    <a:pt x="1168" y="535787"/>
                  </a:lnTo>
                  <a:lnTo>
                    <a:pt x="1168" y="674598"/>
                  </a:lnTo>
                  <a:lnTo>
                    <a:pt x="544042" y="674598"/>
                  </a:lnTo>
                  <a:lnTo>
                    <a:pt x="544042" y="659904"/>
                  </a:lnTo>
                  <a:lnTo>
                    <a:pt x="546354" y="659904"/>
                  </a:lnTo>
                  <a:lnTo>
                    <a:pt x="546354" y="524725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11623" y="3535757"/>
              <a:ext cx="81558" cy="820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765442" y="3541245"/>
              <a:ext cx="317500" cy="71755"/>
            </a:xfrm>
            <a:custGeom>
              <a:avLst/>
              <a:gdLst/>
              <a:ahLst/>
              <a:cxnLst/>
              <a:rect l="l" t="t" r="r" b="b"/>
              <a:pathLst>
                <a:path w="317500" h="71754">
                  <a:moveTo>
                    <a:pt x="317177" y="0"/>
                  </a:moveTo>
                  <a:lnTo>
                    <a:pt x="0" y="0"/>
                  </a:lnTo>
                  <a:lnTo>
                    <a:pt x="0" y="71733"/>
                  </a:lnTo>
                  <a:lnTo>
                    <a:pt x="317177" y="71733"/>
                  </a:lnTo>
                  <a:lnTo>
                    <a:pt x="317177" y="63466"/>
                  </a:lnTo>
                  <a:lnTo>
                    <a:pt x="8407" y="63466"/>
                  </a:lnTo>
                  <a:lnTo>
                    <a:pt x="8407" y="7630"/>
                  </a:lnTo>
                  <a:lnTo>
                    <a:pt x="317177" y="7630"/>
                  </a:lnTo>
                  <a:lnTo>
                    <a:pt x="317177" y="0"/>
                  </a:lnTo>
                  <a:close/>
                </a:path>
                <a:path w="317500" h="71754">
                  <a:moveTo>
                    <a:pt x="317177" y="7630"/>
                  </a:moveTo>
                  <a:lnTo>
                    <a:pt x="308770" y="7630"/>
                  </a:lnTo>
                  <a:lnTo>
                    <a:pt x="308770" y="63466"/>
                  </a:lnTo>
                  <a:lnTo>
                    <a:pt x="317177" y="63466"/>
                  </a:lnTo>
                  <a:lnTo>
                    <a:pt x="317177" y="76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691674" y="3333705"/>
              <a:ext cx="544195" cy="135255"/>
            </a:xfrm>
            <a:custGeom>
              <a:avLst/>
              <a:gdLst/>
              <a:ahLst/>
              <a:cxnLst/>
              <a:rect l="l" t="t" r="r" b="b"/>
              <a:pathLst>
                <a:path w="544195" h="135254">
                  <a:moveTo>
                    <a:pt x="543755" y="0"/>
                  </a:moveTo>
                  <a:lnTo>
                    <a:pt x="0" y="0"/>
                  </a:lnTo>
                  <a:lnTo>
                    <a:pt x="0" y="135186"/>
                  </a:lnTo>
                  <a:lnTo>
                    <a:pt x="543755" y="135186"/>
                  </a:lnTo>
                  <a:lnTo>
                    <a:pt x="543755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11623" y="3361857"/>
              <a:ext cx="81558" cy="8207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0765442" y="3366513"/>
              <a:ext cx="317500" cy="73025"/>
            </a:xfrm>
            <a:custGeom>
              <a:avLst/>
              <a:gdLst/>
              <a:ahLst/>
              <a:cxnLst/>
              <a:rect l="l" t="t" r="r" b="b"/>
              <a:pathLst>
                <a:path w="317500" h="73025">
                  <a:moveTo>
                    <a:pt x="317177" y="0"/>
                  </a:moveTo>
                  <a:lnTo>
                    <a:pt x="0" y="0"/>
                  </a:lnTo>
                  <a:lnTo>
                    <a:pt x="0" y="72760"/>
                  </a:lnTo>
                  <a:lnTo>
                    <a:pt x="317177" y="72760"/>
                  </a:lnTo>
                  <a:lnTo>
                    <a:pt x="317177" y="64086"/>
                  </a:lnTo>
                  <a:lnTo>
                    <a:pt x="8407" y="64086"/>
                  </a:lnTo>
                  <a:lnTo>
                    <a:pt x="8407" y="8674"/>
                  </a:lnTo>
                  <a:lnTo>
                    <a:pt x="317177" y="8674"/>
                  </a:lnTo>
                  <a:lnTo>
                    <a:pt x="317177" y="0"/>
                  </a:lnTo>
                  <a:close/>
                </a:path>
                <a:path w="317500" h="73025">
                  <a:moveTo>
                    <a:pt x="317177" y="8674"/>
                  </a:moveTo>
                  <a:lnTo>
                    <a:pt x="308770" y="8674"/>
                  </a:lnTo>
                  <a:lnTo>
                    <a:pt x="308770" y="64086"/>
                  </a:lnTo>
                  <a:lnTo>
                    <a:pt x="317177" y="64086"/>
                  </a:lnTo>
                  <a:lnTo>
                    <a:pt x="317177" y="8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11623" y="3187957"/>
              <a:ext cx="81558" cy="8207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765442" y="3192808"/>
              <a:ext cx="317500" cy="73660"/>
            </a:xfrm>
            <a:custGeom>
              <a:avLst/>
              <a:gdLst/>
              <a:ahLst/>
              <a:cxnLst/>
              <a:rect l="l" t="t" r="r" b="b"/>
              <a:pathLst>
                <a:path w="317500" h="73660">
                  <a:moveTo>
                    <a:pt x="317177" y="0"/>
                  </a:moveTo>
                  <a:lnTo>
                    <a:pt x="0" y="0"/>
                  </a:lnTo>
                  <a:lnTo>
                    <a:pt x="0" y="73415"/>
                  </a:lnTo>
                  <a:lnTo>
                    <a:pt x="317177" y="73415"/>
                  </a:lnTo>
                  <a:lnTo>
                    <a:pt x="317177" y="64953"/>
                  </a:lnTo>
                  <a:lnTo>
                    <a:pt x="8407" y="64953"/>
                  </a:lnTo>
                  <a:lnTo>
                    <a:pt x="8407" y="8462"/>
                  </a:lnTo>
                  <a:lnTo>
                    <a:pt x="317177" y="8462"/>
                  </a:lnTo>
                  <a:lnTo>
                    <a:pt x="317177" y="0"/>
                  </a:lnTo>
                  <a:close/>
                </a:path>
                <a:path w="317500" h="73660">
                  <a:moveTo>
                    <a:pt x="317177" y="8462"/>
                  </a:moveTo>
                  <a:lnTo>
                    <a:pt x="308770" y="8462"/>
                  </a:lnTo>
                  <a:lnTo>
                    <a:pt x="308770" y="64953"/>
                  </a:lnTo>
                  <a:lnTo>
                    <a:pt x="317177" y="64953"/>
                  </a:lnTo>
                  <a:lnTo>
                    <a:pt x="317177" y="84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11623" y="3013633"/>
              <a:ext cx="81558" cy="8207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0765442" y="3018908"/>
              <a:ext cx="317500" cy="73025"/>
            </a:xfrm>
            <a:custGeom>
              <a:avLst/>
              <a:gdLst/>
              <a:ahLst/>
              <a:cxnLst/>
              <a:rect l="l" t="t" r="r" b="b"/>
              <a:pathLst>
                <a:path w="317500" h="73025">
                  <a:moveTo>
                    <a:pt x="317177" y="0"/>
                  </a:moveTo>
                  <a:lnTo>
                    <a:pt x="0" y="0"/>
                  </a:lnTo>
                  <a:lnTo>
                    <a:pt x="0" y="72778"/>
                  </a:lnTo>
                  <a:lnTo>
                    <a:pt x="317177" y="72778"/>
                  </a:lnTo>
                  <a:lnTo>
                    <a:pt x="317177" y="64103"/>
                  </a:lnTo>
                  <a:lnTo>
                    <a:pt x="8407" y="64103"/>
                  </a:lnTo>
                  <a:lnTo>
                    <a:pt x="8407" y="8462"/>
                  </a:lnTo>
                  <a:lnTo>
                    <a:pt x="317177" y="8462"/>
                  </a:lnTo>
                  <a:lnTo>
                    <a:pt x="317177" y="0"/>
                  </a:lnTo>
                  <a:close/>
                </a:path>
                <a:path w="317500" h="73025">
                  <a:moveTo>
                    <a:pt x="317177" y="8462"/>
                  </a:moveTo>
                  <a:lnTo>
                    <a:pt x="308770" y="8462"/>
                  </a:lnTo>
                  <a:lnTo>
                    <a:pt x="308770" y="64103"/>
                  </a:lnTo>
                  <a:lnTo>
                    <a:pt x="317177" y="64103"/>
                  </a:lnTo>
                  <a:lnTo>
                    <a:pt x="317177" y="84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691674" y="3675806"/>
              <a:ext cx="544195" cy="547370"/>
            </a:xfrm>
            <a:custGeom>
              <a:avLst/>
              <a:gdLst/>
              <a:ahLst/>
              <a:cxnLst/>
              <a:rect l="l" t="t" r="r" b="b"/>
              <a:pathLst>
                <a:path w="544195" h="547370">
                  <a:moveTo>
                    <a:pt x="543755" y="0"/>
                  </a:moveTo>
                  <a:lnTo>
                    <a:pt x="0" y="0"/>
                  </a:lnTo>
                  <a:lnTo>
                    <a:pt x="0" y="547298"/>
                  </a:lnTo>
                  <a:lnTo>
                    <a:pt x="543755" y="547298"/>
                  </a:lnTo>
                  <a:lnTo>
                    <a:pt x="543755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911319" y="3949560"/>
              <a:ext cx="248920" cy="222250"/>
            </a:xfrm>
            <a:custGeom>
              <a:avLst/>
              <a:gdLst/>
              <a:ahLst/>
              <a:cxnLst/>
              <a:rect l="l" t="t" r="r" b="b"/>
              <a:pathLst>
                <a:path w="248920" h="222250">
                  <a:moveTo>
                    <a:pt x="8407" y="0"/>
                  </a:moveTo>
                  <a:lnTo>
                    <a:pt x="0" y="0"/>
                  </a:lnTo>
                  <a:lnTo>
                    <a:pt x="0" y="221932"/>
                  </a:lnTo>
                  <a:lnTo>
                    <a:pt x="8407" y="221932"/>
                  </a:lnTo>
                  <a:lnTo>
                    <a:pt x="8407" y="0"/>
                  </a:lnTo>
                  <a:close/>
                </a:path>
                <a:path w="248920" h="222250">
                  <a:moveTo>
                    <a:pt x="56527" y="0"/>
                  </a:moveTo>
                  <a:lnTo>
                    <a:pt x="47904" y="0"/>
                  </a:lnTo>
                  <a:lnTo>
                    <a:pt x="47904" y="221932"/>
                  </a:lnTo>
                  <a:lnTo>
                    <a:pt x="56527" y="221932"/>
                  </a:lnTo>
                  <a:lnTo>
                    <a:pt x="56527" y="0"/>
                  </a:lnTo>
                  <a:close/>
                </a:path>
                <a:path w="248920" h="222250">
                  <a:moveTo>
                    <a:pt x="104457" y="221932"/>
                  </a:moveTo>
                  <a:lnTo>
                    <a:pt x="103822" y="0"/>
                  </a:lnTo>
                  <a:lnTo>
                    <a:pt x="95415" y="0"/>
                  </a:lnTo>
                  <a:lnTo>
                    <a:pt x="95415" y="221932"/>
                  </a:lnTo>
                  <a:lnTo>
                    <a:pt x="104457" y="221932"/>
                  </a:lnTo>
                  <a:close/>
                </a:path>
                <a:path w="248920" h="222250">
                  <a:moveTo>
                    <a:pt x="152603" y="0"/>
                  </a:moveTo>
                  <a:lnTo>
                    <a:pt x="144195" y="0"/>
                  </a:lnTo>
                  <a:lnTo>
                    <a:pt x="144195" y="221932"/>
                  </a:lnTo>
                  <a:lnTo>
                    <a:pt x="152603" y="221932"/>
                  </a:lnTo>
                  <a:lnTo>
                    <a:pt x="152603" y="0"/>
                  </a:lnTo>
                  <a:close/>
                </a:path>
                <a:path w="248920" h="222250">
                  <a:moveTo>
                    <a:pt x="200507" y="0"/>
                  </a:moveTo>
                  <a:lnTo>
                    <a:pt x="192100" y="0"/>
                  </a:lnTo>
                  <a:lnTo>
                    <a:pt x="192100" y="221932"/>
                  </a:lnTo>
                  <a:lnTo>
                    <a:pt x="200507" y="221932"/>
                  </a:lnTo>
                  <a:lnTo>
                    <a:pt x="200507" y="0"/>
                  </a:lnTo>
                  <a:close/>
                </a:path>
                <a:path w="248920" h="222250">
                  <a:moveTo>
                    <a:pt x="248653" y="0"/>
                  </a:moveTo>
                  <a:lnTo>
                    <a:pt x="240245" y="0"/>
                  </a:lnTo>
                  <a:lnTo>
                    <a:pt x="240245" y="221932"/>
                  </a:lnTo>
                  <a:lnTo>
                    <a:pt x="248653" y="221932"/>
                  </a:lnTo>
                  <a:lnTo>
                    <a:pt x="2486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375510" y="3393157"/>
              <a:ext cx="630555" cy="829944"/>
            </a:xfrm>
            <a:custGeom>
              <a:avLst/>
              <a:gdLst/>
              <a:ahLst/>
              <a:cxnLst/>
              <a:rect l="l" t="t" r="r" b="b"/>
              <a:pathLst>
                <a:path w="630554" h="829945">
                  <a:moveTo>
                    <a:pt x="264031" y="0"/>
                  </a:moveTo>
                  <a:lnTo>
                    <a:pt x="281655" y="53083"/>
                  </a:lnTo>
                  <a:lnTo>
                    <a:pt x="286565" y="103202"/>
                  </a:lnTo>
                  <a:lnTo>
                    <a:pt x="280266" y="150746"/>
                  </a:lnTo>
                  <a:lnTo>
                    <a:pt x="264263" y="196101"/>
                  </a:lnTo>
                  <a:lnTo>
                    <a:pt x="240063" y="239657"/>
                  </a:lnTo>
                  <a:lnTo>
                    <a:pt x="209172" y="281801"/>
                  </a:lnTo>
                  <a:lnTo>
                    <a:pt x="173640" y="319073"/>
                  </a:lnTo>
                  <a:lnTo>
                    <a:pt x="101186" y="385518"/>
                  </a:lnTo>
                  <a:lnTo>
                    <a:pt x="69136" y="419126"/>
                  </a:lnTo>
                  <a:lnTo>
                    <a:pt x="41581" y="455946"/>
                  </a:lnTo>
                  <a:lnTo>
                    <a:pt x="20844" y="497587"/>
                  </a:lnTo>
                  <a:lnTo>
                    <a:pt x="6657" y="546174"/>
                  </a:lnTo>
                  <a:lnTo>
                    <a:pt x="0" y="593658"/>
                  </a:lnTo>
                  <a:lnTo>
                    <a:pt x="681" y="640051"/>
                  </a:lnTo>
                  <a:lnTo>
                    <a:pt x="8510" y="685363"/>
                  </a:lnTo>
                  <a:lnTo>
                    <a:pt x="23295" y="729606"/>
                  </a:lnTo>
                  <a:lnTo>
                    <a:pt x="44846" y="772791"/>
                  </a:lnTo>
                  <a:lnTo>
                    <a:pt x="85583" y="829737"/>
                  </a:lnTo>
                  <a:lnTo>
                    <a:pt x="115424" y="829737"/>
                  </a:lnTo>
                  <a:lnTo>
                    <a:pt x="104547" y="781518"/>
                  </a:lnTo>
                  <a:lnTo>
                    <a:pt x="100765" y="734747"/>
                  </a:lnTo>
                  <a:lnTo>
                    <a:pt x="104123" y="689367"/>
                  </a:lnTo>
                  <a:lnTo>
                    <a:pt x="114665" y="645324"/>
                  </a:lnTo>
                  <a:lnTo>
                    <a:pt x="132436" y="602561"/>
                  </a:lnTo>
                  <a:lnTo>
                    <a:pt x="157481" y="561023"/>
                  </a:lnTo>
                  <a:lnTo>
                    <a:pt x="189842" y="520654"/>
                  </a:lnTo>
                  <a:lnTo>
                    <a:pt x="184315" y="585356"/>
                  </a:lnTo>
                  <a:lnTo>
                    <a:pt x="186149" y="633474"/>
                  </a:lnTo>
                  <a:lnTo>
                    <a:pt x="195598" y="679765"/>
                  </a:lnTo>
                  <a:lnTo>
                    <a:pt x="213975" y="723973"/>
                  </a:lnTo>
                  <a:lnTo>
                    <a:pt x="242591" y="765845"/>
                  </a:lnTo>
                  <a:lnTo>
                    <a:pt x="264851" y="796361"/>
                  </a:lnTo>
                  <a:lnTo>
                    <a:pt x="283379" y="829314"/>
                  </a:lnTo>
                  <a:lnTo>
                    <a:pt x="535601" y="829314"/>
                  </a:lnTo>
                  <a:lnTo>
                    <a:pt x="559248" y="801452"/>
                  </a:lnTo>
                  <a:lnTo>
                    <a:pt x="597340" y="739324"/>
                  </a:lnTo>
                  <a:lnTo>
                    <a:pt x="625672" y="656721"/>
                  </a:lnTo>
                  <a:lnTo>
                    <a:pt x="630185" y="606523"/>
                  </a:lnTo>
                  <a:lnTo>
                    <a:pt x="625029" y="556388"/>
                  </a:lnTo>
                  <a:lnTo>
                    <a:pt x="607064" y="499924"/>
                  </a:lnTo>
                  <a:lnTo>
                    <a:pt x="606009" y="489762"/>
                  </a:lnTo>
                  <a:lnTo>
                    <a:pt x="594453" y="488275"/>
                  </a:lnTo>
                  <a:lnTo>
                    <a:pt x="589840" y="528697"/>
                  </a:lnTo>
                  <a:lnTo>
                    <a:pt x="571803" y="563738"/>
                  </a:lnTo>
                  <a:lnTo>
                    <a:pt x="542759" y="590244"/>
                  </a:lnTo>
                  <a:lnTo>
                    <a:pt x="505120" y="605064"/>
                  </a:lnTo>
                  <a:lnTo>
                    <a:pt x="463413" y="603576"/>
                  </a:lnTo>
                  <a:lnTo>
                    <a:pt x="426784" y="586692"/>
                  </a:lnTo>
                  <a:lnTo>
                    <a:pt x="399119" y="557215"/>
                  </a:lnTo>
                  <a:lnTo>
                    <a:pt x="383635" y="513237"/>
                  </a:lnTo>
                  <a:lnTo>
                    <a:pt x="383561" y="490158"/>
                  </a:lnTo>
                  <a:lnTo>
                    <a:pt x="387863" y="467701"/>
                  </a:lnTo>
                  <a:lnTo>
                    <a:pt x="396355" y="446490"/>
                  </a:lnTo>
                  <a:lnTo>
                    <a:pt x="428173" y="395534"/>
                  </a:lnTo>
                  <a:lnTo>
                    <a:pt x="442181" y="361453"/>
                  </a:lnTo>
                  <a:lnTo>
                    <a:pt x="450665" y="325573"/>
                  </a:lnTo>
                  <a:lnTo>
                    <a:pt x="453409" y="288564"/>
                  </a:lnTo>
                  <a:lnTo>
                    <a:pt x="449536" y="238522"/>
                  </a:lnTo>
                  <a:lnTo>
                    <a:pt x="437955" y="190342"/>
                  </a:lnTo>
                  <a:lnTo>
                    <a:pt x="419094" y="144864"/>
                  </a:lnTo>
                  <a:lnTo>
                    <a:pt x="393378" y="102924"/>
                  </a:lnTo>
                  <a:lnTo>
                    <a:pt x="361236" y="65362"/>
                  </a:lnTo>
                  <a:lnTo>
                    <a:pt x="309658" y="22495"/>
                  </a:lnTo>
                  <a:lnTo>
                    <a:pt x="280010" y="5920"/>
                  </a:lnTo>
                  <a:lnTo>
                    <a:pt x="264031" y="0"/>
                  </a:lnTo>
                  <a:close/>
                </a:path>
              </a:pathLst>
            </a:custGeom>
            <a:solidFill>
              <a:srgbClr val="F6A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334473" y="3329914"/>
              <a:ext cx="711835" cy="894080"/>
            </a:xfrm>
            <a:custGeom>
              <a:avLst/>
              <a:gdLst/>
              <a:ahLst/>
              <a:cxnLst/>
              <a:rect l="l" t="t" r="r" b="b"/>
              <a:pathLst>
                <a:path w="711834" h="894079">
                  <a:moveTo>
                    <a:pt x="323570" y="892771"/>
                  </a:moveTo>
                  <a:lnTo>
                    <a:pt x="314794" y="876007"/>
                  </a:lnTo>
                  <a:lnTo>
                    <a:pt x="305041" y="859815"/>
                  </a:lnTo>
                  <a:lnTo>
                    <a:pt x="294360" y="844232"/>
                  </a:lnTo>
                  <a:lnTo>
                    <a:pt x="282778" y="829310"/>
                  </a:lnTo>
                  <a:lnTo>
                    <a:pt x="254584" y="787336"/>
                  </a:lnTo>
                  <a:lnTo>
                    <a:pt x="236512" y="743064"/>
                  </a:lnTo>
                  <a:lnTo>
                    <a:pt x="227355" y="696734"/>
                  </a:lnTo>
                  <a:lnTo>
                    <a:pt x="225882" y="648601"/>
                  </a:lnTo>
                  <a:lnTo>
                    <a:pt x="231863" y="588911"/>
                  </a:lnTo>
                  <a:lnTo>
                    <a:pt x="231914" y="583907"/>
                  </a:lnTo>
                  <a:lnTo>
                    <a:pt x="199161" y="624268"/>
                  </a:lnTo>
                  <a:lnTo>
                    <a:pt x="173850" y="665810"/>
                  </a:lnTo>
                  <a:lnTo>
                    <a:pt x="155892" y="708583"/>
                  </a:lnTo>
                  <a:lnTo>
                    <a:pt x="145237" y="752652"/>
                  </a:lnTo>
                  <a:lnTo>
                    <a:pt x="141820" y="798068"/>
                  </a:lnTo>
                  <a:lnTo>
                    <a:pt x="145580" y="844905"/>
                  </a:lnTo>
                  <a:lnTo>
                    <a:pt x="156451" y="893191"/>
                  </a:lnTo>
                  <a:lnTo>
                    <a:pt x="198488" y="893191"/>
                  </a:lnTo>
                  <a:lnTo>
                    <a:pt x="187286" y="853389"/>
                  </a:lnTo>
                  <a:lnTo>
                    <a:pt x="182232" y="812558"/>
                  </a:lnTo>
                  <a:lnTo>
                    <a:pt x="183362" y="771436"/>
                  </a:lnTo>
                  <a:lnTo>
                    <a:pt x="190715" y="730719"/>
                  </a:lnTo>
                  <a:lnTo>
                    <a:pt x="200050" y="764654"/>
                  </a:lnTo>
                  <a:lnTo>
                    <a:pt x="213474" y="797013"/>
                  </a:lnTo>
                  <a:lnTo>
                    <a:pt x="230809" y="827443"/>
                  </a:lnTo>
                  <a:lnTo>
                    <a:pt x="251891" y="855535"/>
                  </a:lnTo>
                  <a:lnTo>
                    <a:pt x="265506" y="873594"/>
                  </a:lnTo>
                  <a:lnTo>
                    <a:pt x="277533" y="892771"/>
                  </a:lnTo>
                  <a:lnTo>
                    <a:pt x="323570" y="892771"/>
                  </a:lnTo>
                  <a:close/>
                </a:path>
                <a:path w="711834" h="894079">
                  <a:moveTo>
                    <a:pt x="711758" y="692886"/>
                  </a:moveTo>
                  <a:lnTo>
                    <a:pt x="711542" y="646074"/>
                  </a:lnTo>
                  <a:lnTo>
                    <a:pt x="704126" y="599732"/>
                  </a:lnTo>
                  <a:lnTo>
                    <a:pt x="689495" y="554710"/>
                  </a:lnTo>
                  <a:lnTo>
                    <a:pt x="658342" y="515112"/>
                  </a:lnTo>
                  <a:lnTo>
                    <a:pt x="592391" y="504151"/>
                  </a:lnTo>
                  <a:lnTo>
                    <a:pt x="596595" y="554291"/>
                  </a:lnTo>
                  <a:lnTo>
                    <a:pt x="593674" y="579145"/>
                  </a:lnTo>
                  <a:lnTo>
                    <a:pt x="582752" y="600849"/>
                  </a:lnTo>
                  <a:lnTo>
                    <a:pt x="565200" y="617562"/>
                  </a:lnTo>
                  <a:lnTo>
                    <a:pt x="542366" y="627468"/>
                  </a:lnTo>
                  <a:lnTo>
                    <a:pt x="532701" y="627468"/>
                  </a:lnTo>
                  <a:lnTo>
                    <a:pt x="508444" y="624230"/>
                  </a:lnTo>
                  <a:lnTo>
                    <a:pt x="487743" y="612648"/>
                  </a:lnTo>
                  <a:lnTo>
                    <a:pt x="472541" y="594360"/>
                  </a:lnTo>
                  <a:lnTo>
                    <a:pt x="464807" y="570992"/>
                  </a:lnTo>
                  <a:lnTo>
                    <a:pt x="465150" y="555612"/>
                  </a:lnTo>
                  <a:lnTo>
                    <a:pt x="468401" y="540727"/>
                  </a:lnTo>
                  <a:lnTo>
                    <a:pt x="474433" y="526745"/>
                  </a:lnTo>
                  <a:lnTo>
                    <a:pt x="505726" y="477024"/>
                  </a:lnTo>
                  <a:lnTo>
                    <a:pt x="522097" y="437070"/>
                  </a:lnTo>
                  <a:lnTo>
                    <a:pt x="531939" y="394995"/>
                  </a:lnTo>
                  <a:lnTo>
                    <a:pt x="535012" y="351599"/>
                  </a:lnTo>
                  <a:lnTo>
                    <a:pt x="531926" y="303161"/>
                  </a:lnTo>
                  <a:lnTo>
                    <a:pt x="522401" y="256133"/>
                  </a:lnTo>
                  <a:lnTo>
                    <a:pt x="506755" y="211137"/>
                  </a:lnTo>
                  <a:lnTo>
                    <a:pt x="485292" y="168757"/>
                  </a:lnTo>
                  <a:lnTo>
                    <a:pt x="458292" y="129590"/>
                  </a:lnTo>
                  <a:lnTo>
                    <a:pt x="426072" y="94221"/>
                  </a:lnTo>
                  <a:lnTo>
                    <a:pt x="372300" y="50495"/>
                  </a:lnTo>
                  <a:lnTo>
                    <a:pt x="335686" y="30530"/>
                  </a:lnTo>
                  <a:lnTo>
                    <a:pt x="231914" y="0"/>
                  </a:lnTo>
                  <a:lnTo>
                    <a:pt x="267436" y="79540"/>
                  </a:lnTo>
                  <a:lnTo>
                    <a:pt x="282943" y="127000"/>
                  </a:lnTo>
                  <a:lnTo>
                    <a:pt x="285965" y="173469"/>
                  </a:lnTo>
                  <a:lnTo>
                    <a:pt x="276313" y="220103"/>
                  </a:lnTo>
                  <a:lnTo>
                    <a:pt x="253796" y="268097"/>
                  </a:lnTo>
                  <a:lnTo>
                    <a:pt x="218262" y="318604"/>
                  </a:lnTo>
                  <a:lnTo>
                    <a:pt x="176809" y="361175"/>
                  </a:lnTo>
                  <a:lnTo>
                    <a:pt x="113106" y="418871"/>
                  </a:lnTo>
                  <a:lnTo>
                    <a:pt x="78117" y="455485"/>
                  </a:lnTo>
                  <a:lnTo>
                    <a:pt x="46977" y="497319"/>
                  </a:lnTo>
                  <a:lnTo>
                    <a:pt x="22783" y="546036"/>
                  </a:lnTo>
                  <a:lnTo>
                    <a:pt x="7658" y="597420"/>
                  </a:lnTo>
                  <a:lnTo>
                    <a:pt x="76" y="648182"/>
                  </a:lnTo>
                  <a:lnTo>
                    <a:pt x="0" y="698284"/>
                  </a:lnTo>
                  <a:lnTo>
                    <a:pt x="7378" y="747674"/>
                  </a:lnTo>
                  <a:lnTo>
                    <a:pt x="22186" y="796302"/>
                  </a:lnTo>
                  <a:lnTo>
                    <a:pt x="44361" y="844118"/>
                  </a:lnTo>
                  <a:lnTo>
                    <a:pt x="73863" y="891082"/>
                  </a:lnTo>
                  <a:lnTo>
                    <a:pt x="126619" y="892352"/>
                  </a:lnTo>
                  <a:lnTo>
                    <a:pt x="114007" y="877544"/>
                  </a:lnTo>
                  <a:lnTo>
                    <a:pt x="86106" y="835774"/>
                  </a:lnTo>
                  <a:lnTo>
                    <a:pt x="64604" y="792949"/>
                  </a:lnTo>
                  <a:lnTo>
                    <a:pt x="49758" y="748995"/>
                  </a:lnTo>
                  <a:lnTo>
                    <a:pt x="41871" y="703897"/>
                  </a:lnTo>
                  <a:lnTo>
                    <a:pt x="41211" y="657567"/>
                  </a:lnTo>
                  <a:lnTo>
                    <a:pt x="48069" y="609968"/>
                  </a:lnTo>
                  <a:lnTo>
                    <a:pt x="62712" y="561047"/>
                  </a:lnTo>
                  <a:lnTo>
                    <a:pt x="83007" y="519137"/>
                  </a:lnTo>
                  <a:lnTo>
                    <a:pt x="110617" y="482193"/>
                  </a:lnTo>
                  <a:lnTo>
                    <a:pt x="142900" y="448652"/>
                  </a:lnTo>
                  <a:lnTo>
                    <a:pt x="215506" y="382536"/>
                  </a:lnTo>
                  <a:lnTo>
                    <a:pt x="251053" y="345262"/>
                  </a:lnTo>
                  <a:lnTo>
                    <a:pt x="281940" y="303110"/>
                  </a:lnTo>
                  <a:lnTo>
                    <a:pt x="306133" y="259549"/>
                  </a:lnTo>
                  <a:lnTo>
                    <a:pt x="322148" y="214198"/>
                  </a:lnTo>
                  <a:lnTo>
                    <a:pt x="328447" y="166649"/>
                  </a:lnTo>
                  <a:lnTo>
                    <a:pt x="323532" y="116535"/>
                  </a:lnTo>
                  <a:lnTo>
                    <a:pt x="305904" y="63461"/>
                  </a:lnTo>
                  <a:lnTo>
                    <a:pt x="337121" y="76796"/>
                  </a:lnTo>
                  <a:lnTo>
                    <a:pt x="403110" y="128612"/>
                  </a:lnTo>
                  <a:lnTo>
                    <a:pt x="435241" y="166179"/>
                  </a:lnTo>
                  <a:lnTo>
                    <a:pt x="460959" y="208114"/>
                  </a:lnTo>
                  <a:lnTo>
                    <a:pt x="479831" y="253593"/>
                  </a:lnTo>
                  <a:lnTo>
                    <a:pt x="491413" y="301777"/>
                  </a:lnTo>
                  <a:lnTo>
                    <a:pt x="495287" y="351815"/>
                  </a:lnTo>
                  <a:lnTo>
                    <a:pt x="492544" y="388823"/>
                  </a:lnTo>
                  <a:lnTo>
                    <a:pt x="484060" y="424700"/>
                  </a:lnTo>
                  <a:lnTo>
                    <a:pt x="470052" y="458787"/>
                  </a:lnTo>
                  <a:lnTo>
                    <a:pt x="438226" y="509739"/>
                  </a:lnTo>
                  <a:lnTo>
                    <a:pt x="429729" y="530948"/>
                  </a:lnTo>
                  <a:lnTo>
                    <a:pt x="425437" y="553402"/>
                  </a:lnTo>
                  <a:lnTo>
                    <a:pt x="425513" y="576491"/>
                  </a:lnTo>
                  <a:lnTo>
                    <a:pt x="437464" y="613981"/>
                  </a:lnTo>
                  <a:lnTo>
                    <a:pt x="461327" y="643661"/>
                  </a:lnTo>
                  <a:lnTo>
                    <a:pt x="494068" y="662914"/>
                  </a:lnTo>
                  <a:lnTo>
                    <a:pt x="547001" y="669163"/>
                  </a:lnTo>
                  <a:lnTo>
                    <a:pt x="584936" y="654443"/>
                  </a:lnTo>
                  <a:lnTo>
                    <a:pt x="614222" y="627862"/>
                  </a:lnTo>
                  <a:lnTo>
                    <a:pt x="632371" y="592620"/>
                  </a:lnTo>
                  <a:lnTo>
                    <a:pt x="636943" y="551954"/>
                  </a:lnTo>
                  <a:lnTo>
                    <a:pt x="648512" y="553440"/>
                  </a:lnTo>
                  <a:lnTo>
                    <a:pt x="649554" y="563600"/>
                  </a:lnTo>
                  <a:lnTo>
                    <a:pt x="667385" y="620407"/>
                  </a:lnTo>
                  <a:lnTo>
                    <a:pt x="672274" y="670852"/>
                  </a:lnTo>
                  <a:lnTo>
                    <a:pt x="667385" y="721296"/>
                  </a:lnTo>
                  <a:lnTo>
                    <a:pt x="652716" y="770280"/>
                  </a:lnTo>
                  <a:lnTo>
                    <a:pt x="621118" y="836104"/>
                  </a:lnTo>
                  <a:lnTo>
                    <a:pt x="576846" y="894041"/>
                  </a:lnTo>
                  <a:lnTo>
                    <a:pt x="631075" y="894041"/>
                  </a:lnTo>
                  <a:lnTo>
                    <a:pt x="664959" y="841527"/>
                  </a:lnTo>
                  <a:lnTo>
                    <a:pt x="690549" y="784453"/>
                  </a:lnTo>
                  <a:lnTo>
                    <a:pt x="704761" y="739292"/>
                  </a:lnTo>
                  <a:lnTo>
                    <a:pt x="711758" y="692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02954" y="3013187"/>
              <a:ext cx="2536722" cy="165530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379219" y="2086355"/>
            <a:ext cx="2715895" cy="748665"/>
          </a:xfrm>
          <a:prstGeom prst="rect">
            <a:avLst/>
          </a:prstGeom>
          <a:solidFill>
            <a:srgbClr val="C5C3C3"/>
          </a:solidFill>
        </p:spPr>
        <p:txBody>
          <a:bodyPr vert="horz" wrap="square" lIns="0" tIns="425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5"/>
              </a:spcBef>
            </a:pPr>
            <a:r>
              <a:rPr sz="2100" dirty="0">
                <a:latin typeface="Arial"/>
                <a:cs typeface="Arial"/>
              </a:rPr>
              <a:t>Attacker</a:t>
            </a:r>
            <a:r>
              <a:rPr sz="2100" spc="9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directs</a:t>
            </a:r>
            <a:endParaRPr sz="21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40"/>
              </a:spcBef>
            </a:pPr>
            <a:r>
              <a:rPr sz="2100" dirty="0">
                <a:latin typeface="Arial"/>
                <a:cs typeface="Arial"/>
              </a:rPr>
              <a:t>bots</a:t>
            </a:r>
            <a:r>
              <a:rPr sz="2100" spc="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to</a:t>
            </a:r>
            <a:r>
              <a:rPr sz="2100" spc="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begin</a:t>
            </a:r>
            <a:r>
              <a:rPr sz="2100" spc="5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attack</a:t>
            </a:r>
            <a:endParaRPr sz="21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58153" y="6624218"/>
            <a:ext cx="77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solidFill>
                  <a:srgbClr val="BEBEBE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565404" y="2086355"/>
            <a:ext cx="725805" cy="786765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8191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645"/>
              </a:spcBef>
            </a:pPr>
            <a:r>
              <a:rPr sz="37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58711" y="2084832"/>
            <a:ext cx="3388360" cy="748665"/>
          </a:xfrm>
          <a:prstGeom prst="rect">
            <a:avLst/>
          </a:prstGeom>
          <a:solidFill>
            <a:srgbClr val="C5C3C3"/>
          </a:solidFill>
        </p:spPr>
        <p:txBody>
          <a:bodyPr vert="horz" wrap="square" lIns="0" tIns="38100" rIns="0" bIns="0" rtlCol="0">
            <a:spAutoFit/>
          </a:bodyPr>
          <a:lstStyle/>
          <a:p>
            <a:pPr marL="92710" marR="270510">
              <a:lnSpc>
                <a:spcPct val="101400"/>
              </a:lnSpc>
              <a:spcBef>
                <a:spcPts val="300"/>
              </a:spcBef>
            </a:pPr>
            <a:r>
              <a:rPr sz="2100" dirty="0">
                <a:latin typeface="Arial"/>
                <a:cs typeface="Arial"/>
              </a:rPr>
              <a:t>All</a:t>
            </a:r>
            <a:r>
              <a:rPr sz="2100" spc="5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bots</a:t>
            </a:r>
            <a:r>
              <a:rPr sz="2100" spc="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send</a:t>
            </a:r>
            <a:r>
              <a:rPr sz="2100" spc="7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any</a:t>
            </a:r>
            <a:r>
              <a:rPr sz="2100" spc="5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valid</a:t>
            </a:r>
            <a:r>
              <a:rPr sz="2100" spc="50" dirty="0">
                <a:latin typeface="Arial"/>
                <a:cs typeface="Arial"/>
              </a:rPr>
              <a:t> </a:t>
            </a:r>
            <a:r>
              <a:rPr sz="2100" spc="-25" dirty="0">
                <a:latin typeface="Arial"/>
                <a:cs typeface="Arial"/>
              </a:rPr>
              <a:t>or </a:t>
            </a:r>
            <a:r>
              <a:rPr sz="2100" dirty="0">
                <a:latin typeface="Arial"/>
                <a:cs typeface="Arial"/>
              </a:rPr>
              <a:t>invalid</a:t>
            </a:r>
            <a:r>
              <a:rPr sz="2100" spc="1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traffic</a:t>
            </a:r>
            <a:r>
              <a:rPr sz="2100" spc="2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to</a:t>
            </a:r>
            <a:r>
              <a:rPr sz="2100" spc="2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3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victim</a:t>
            </a:r>
            <a:endParaRPr sz="21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641847" y="2084832"/>
            <a:ext cx="728980" cy="786765"/>
          </a:xfrm>
          <a:prstGeom prst="rect">
            <a:avLst/>
          </a:prstGeom>
          <a:solidFill>
            <a:srgbClr val="EC7C30"/>
          </a:solidFill>
        </p:spPr>
        <p:txBody>
          <a:bodyPr vert="horz" wrap="square" lIns="0" tIns="819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sz="37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21885" y="3179826"/>
            <a:ext cx="30797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25" dirty="0">
                <a:solidFill>
                  <a:srgbClr val="E7E6E6"/>
                </a:solidFill>
                <a:latin typeface="Calibri"/>
                <a:cs typeface="Calibri"/>
              </a:rPr>
              <a:t>BOT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96561" y="4002100"/>
            <a:ext cx="30797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25" dirty="0">
                <a:solidFill>
                  <a:srgbClr val="E7E6E6"/>
                </a:solidFill>
                <a:latin typeface="Calibri"/>
                <a:cs typeface="Calibri"/>
              </a:rPr>
              <a:t>BOT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741034" y="3982339"/>
            <a:ext cx="30797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25" dirty="0">
                <a:solidFill>
                  <a:srgbClr val="E7E6E6"/>
                </a:solidFill>
                <a:latin typeface="Calibri"/>
                <a:cs typeface="Calibri"/>
              </a:rPr>
              <a:t>BOT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09869" y="3145663"/>
            <a:ext cx="30797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25" dirty="0">
                <a:solidFill>
                  <a:srgbClr val="E7E6E6"/>
                </a:solidFill>
                <a:latin typeface="Calibri"/>
                <a:cs typeface="Calibri"/>
              </a:rPr>
              <a:t>BOT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39054" y="3326714"/>
            <a:ext cx="30797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25" dirty="0">
                <a:solidFill>
                  <a:srgbClr val="E7E6E6"/>
                </a:solidFill>
                <a:latin typeface="Calibri"/>
                <a:cs typeface="Calibri"/>
              </a:rPr>
              <a:t>BOT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Anatomy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Reflected</a:t>
            </a:r>
            <a:r>
              <a:rPr spc="-50" dirty="0"/>
              <a:t> </a:t>
            </a:r>
            <a:r>
              <a:rPr dirty="0"/>
              <a:t>Amplification</a:t>
            </a:r>
            <a:r>
              <a:rPr spc="-70" dirty="0"/>
              <a:t> </a:t>
            </a:r>
            <a:r>
              <a:rPr spc="-10" dirty="0"/>
              <a:t>Attack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66469" y="2088260"/>
            <a:ext cx="8568055" cy="3453765"/>
            <a:chOff x="1466469" y="2088260"/>
            <a:chExt cx="8568055" cy="3453765"/>
          </a:xfrm>
        </p:grpSpPr>
        <p:sp>
          <p:nvSpPr>
            <p:cNvPr id="4" name="object 4"/>
            <p:cNvSpPr/>
            <p:nvPr/>
          </p:nvSpPr>
          <p:spPr>
            <a:xfrm>
              <a:off x="1475994" y="2460497"/>
              <a:ext cx="8549005" cy="3072130"/>
            </a:xfrm>
            <a:custGeom>
              <a:avLst/>
              <a:gdLst/>
              <a:ahLst/>
              <a:cxnLst/>
              <a:rect l="l" t="t" r="r" b="b"/>
              <a:pathLst>
                <a:path w="8549005" h="3072129">
                  <a:moveTo>
                    <a:pt x="7092696" y="0"/>
                  </a:moveTo>
                  <a:lnTo>
                    <a:pt x="8361299" y="3071622"/>
                  </a:lnTo>
                </a:path>
                <a:path w="8549005" h="3072129">
                  <a:moveTo>
                    <a:pt x="7658100" y="548639"/>
                  </a:moveTo>
                  <a:lnTo>
                    <a:pt x="8548497" y="2529585"/>
                  </a:lnTo>
                </a:path>
                <a:path w="8549005" h="3072129">
                  <a:moveTo>
                    <a:pt x="0" y="379475"/>
                  </a:moveTo>
                  <a:lnTo>
                    <a:pt x="2665730" y="379475"/>
                  </a:lnTo>
                </a:path>
              </a:pathLst>
            </a:custGeom>
            <a:ln w="19050">
              <a:solidFill>
                <a:srgbClr val="BEBEBE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84192" y="2116835"/>
              <a:ext cx="3850004" cy="547370"/>
            </a:xfrm>
            <a:custGeom>
              <a:avLst/>
              <a:gdLst/>
              <a:ahLst/>
              <a:cxnLst/>
              <a:rect l="l" t="t" r="r" b="b"/>
              <a:pathLst>
                <a:path w="3850004" h="547369">
                  <a:moveTo>
                    <a:pt x="394716" y="547115"/>
                  </a:moveTo>
                  <a:lnTo>
                    <a:pt x="3849497" y="541019"/>
                  </a:lnTo>
                </a:path>
                <a:path w="3850004" h="547369">
                  <a:moveTo>
                    <a:pt x="0" y="0"/>
                  </a:moveTo>
                  <a:lnTo>
                    <a:pt x="3850005" y="0"/>
                  </a:lnTo>
                </a:path>
                <a:path w="3850004" h="547369">
                  <a:moveTo>
                    <a:pt x="394716" y="266700"/>
                  </a:moveTo>
                  <a:lnTo>
                    <a:pt x="3849497" y="266700"/>
                  </a:lnTo>
                </a:path>
              </a:pathLst>
            </a:custGeom>
            <a:ln w="57150">
              <a:solidFill>
                <a:srgbClr val="4471C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96511" y="2810255"/>
              <a:ext cx="287020" cy="58419"/>
            </a:xfrm>
            <a:custGeom>
              <a:avLst/>
              <a:gdLst/>
              <a:ahLst/>
              <a:cxnLst/>
              <a:rect l="l" t="t" r="r" b="b"/>
              <a:pathLst>
                <a:path w="287020" h="58419">
                  <a:moveTo>
                    <a:pt x="282193" y="0"/>
                  </a:moveTo>
                  <a:lnTo>
                    <a:pt x="4317" y="0"/>
                  </a:lnTo>
                  <a:lnTo>
                    <a:pt x="0" y="4318"/>
                  </a:lnTo>
                  <a:lnTo>
                    <a:pt x="0" y="9652"/>
                  </a:lnTo>
                  <a:lnTo>
                    <a:pt x="0" y="53594"/>
                  </a:lnTo>
                  <a:lnTo>
                    <a:pt x="4317" y="57912"/>
                  </a:lnTo>
                  <a:lnTo>
                    <a:pt x="282193" y="57912"/>
                  </a:lnTo>
                  <a:lnTo>
                    <a:pt x="286512" y="53594"/>
                  </a:lnTo>
                  <a:lnTo>
                    <a:pt x="286512" y="4318"/>
                  </a:lnTo>
                  <a:lnTo>
                    <a:pt x="28219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515602" y="2552445"/>
            <a:ext cx="14039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Open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recursive </a:t>
            </a:r>
            <a:r>
              <a:rPr sz="1600" dirty="0">
                <a:latin typeface="Arial"/>
                <a:cs typeface="Arial"/>
              </a:rPr>
              <a:t>DNS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servers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51197" y="3152013"/>
            <a:ext cx="685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Botnet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79219" y="1144524"/>
            <a:ext cx="2298700" cy="585470"/>
          </a:xfrm>
          <a:custGeom>
            <a:avLst/>
            <a:gdLst/>
            <a:ahLst/>
            <a:cxnLst/>
            <a:rect l="l" t="t" r="r" b="b"/>
            <a:pathLst>
              <a:path w="2298700" h="585469">
                <a:moveTo>
                  <a:pt x="2298192" y="0"/>
                </a:moveTo>
                <a:lnTo>
                  <a:pt x="0" y="0"/>
                </a:lnTo>
                <a:lnTo>
                  <a:pt x="0" y="585215"/>
                </a:lnTo>
                <a:lnTo>
                  <a:pt x="2298192" y="585215"/>
                </a:lnTo>
                <a:lnTo>
                  <a:pt x="2298192" y="0"/>
                </a:lnTo>
                <a:close/>
              </a:path>
            </a:pathLst>
          </a:custGeom>
          <a:solidFill>
            <a:srgbClr val="C5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57960" y="1173225"/>
            <a:ext cx="20942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Attacker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directs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bots</a:t>
            </a:r>
            <a:r>
              <a:rPr sz="1600" spc="-25" dirty="0">
                <a:latin typeface="Arial"/>
                <a:cs typeface="Arial"/>
              </a:rPr>
              <a:t> to </a:t>
            </a:r>
            <a:r>
              <a:rPr sz="1600" dirty="0">
                <a:latin typeface="Arial"/>
                <a:cs typeface="Arial"/>
              </a:rPr>
              <a:t>begin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attack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5612" y="1144524"/>
            <a:ext cx="617220" cy="608330"/>
          </a:xfrm>
          <a:custGeom>
            <a:avLst/>
            <a:gdLst/>
            <a:ahLst/>
            <a:cxnLst/>
            <a:rect l="l" t="t" r="r" b="b"/>
            <a:pathLst>
              <a:path w="617219" h="608330">
                <a:moveTo>
                  <a:pt x="617219" y="0"/>
                </a:moveTo>
                <a:lnTo>
                  <a:pt x="0" y="0"/>
                </a:lnTo>
                <a:lnTo>
                  <a:pt x="0" y="608076"/>
                </a:lnTo>
                <a:lnTo>
                  <a:pt x="617219" y="608076"/>
                </a:lnTo>
                <a:lnTo>
                  <a:pt x="617219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4806" y="1211325"/>
            <a:ext cx="197485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109971" y="1144524"/>
            <a:ext cx="6299200" cy="585470"/>
          </a:xfrm>
          <a:custGeom>
            <a:avLst/>
            <a:gdLst/>
            <a:ahLst/>
            <a:cxnLst/>
            <a:rect l="l" t="t" r="r" b="b"/>
            <a:pathLst>
              <a:path w="6299200" h="585469">
                <a:moveTo>
                  <a:pt x="6298691" y="0"/>
                </a:moveTo>
                <a:lnTo>
                  <a:pt x="0" y="0"/>
                </a:lnTo>
                <a:lnTo>
                  <a:pt x="0" y="585215"/>
                </a:lnTo>
                <a:lnTo>
                  <a:pt x="6298691" y="585215"/>
                </a:lnTo>
                <a:lnTo>
                  <a:pt x="6298691" y="0"/>
                </a:lnTo>
                <a:close/>
              </a:path>
            </a:pathLst>
          </a:custGeom>
          <a:solidFill>
            <a:srgbClr val="C5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89601" y="1174749"/>
            <a:ext cx="6039485" cy="51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14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All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bots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send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DNS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queries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TXT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record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domain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MS PGothic"/>
                <a:cs typeface="MS PGothic"/>
              </a:rPr>
              <a:t>“</a:t>
            </a:r>
            <a:r>
              <a:rPr sz="1600" spc="-10" dirty="0">
                <a:latin typeface="Arial"/>
                <a:cs typeface="Arial"/>
              </a:rPr>
              <a:t>evil.com</a:t>
            </a:r>
            <a:r>
              <a:rPr sz="1600" spc="-10" dirty="0">
                <a:latin typeface="MS PGothic"/>
                <a:cs typeface="MS PGothic"/>
              </a:rPr>
              <a:t>”</a:t>
            </a:r>
            <a:endParaRPr sz="1600">
              <a:latin typeface="MS PGothic"/>
              <a:cs typeface="MS PGothic"/>
            </a:endParaRPr>
          </a:p>
          <a:p>
            <a:pPr marL="12700">
              <a:lnSpc>
                <a:spcPts val="1914"/>
              </a:lnSpc>
            </a:pPr>
            <a:r>
              <a:rPr sz="1600" dirty="0">
                <a:latin typeface="Arial"/>
                <a:cs typeface="Arial"/>
              </a:rPr>
              <a:t>to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open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recursive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DNS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servers and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fake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"my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IP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10.10.1.1"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37888" y="1144524"/>
            <a:ext cx="615950" cy="608330"/>
          </a:xfrm>
          <a:custGeom>
            <a:avLst/>
            <a:gdLst/>
            <a:ahLst/>
            <a:cxnLst/>
            <a:rect l="l" t="t" r="r" b="b"/>
            <a:pathLst>
              <a:path w="615950" h="608330">
                <a:moveTo>
                  <a:pt x="615696" y="0"/>
                </a:moveTo>
                <a:lnTo>
                  <a:pt x="0" y="0"/>
                </a:lnTo>
                <a:lnTo>
                  <a:pt x="0" y="608076"/>
                </a:lnTo>
                <a:lnTo>
                  <a:pt x="615696" y="608076"/>
                </a:lnTo>
                <a:lnTo>
                  <a:pt x="61569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46421" y="1211325"/>
            <a:ext cx="197485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09504" y="4312920"/>
            <a:ext cx="1379220" cy="2062480"/>
          </a:xfrm>
          <a:prstGeom prst="rect">
            <a:avLst/>
          </a:prstGeom>
          <a:solidFill>
            <a:srgbClr val="C5C3C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25095" marR="117475" algn="ctr">
              <a:lnSpc>
                <a:spcPct val="100099"/>
              </a:lnSpc>
              <a:spcBef>
                <a:spcPts val="320"/>
              </a:spcBef>
            </a:pPr>
            <a:r>
              <a:rPr sz="1600" spc="-20" dirty="0">
                <a:latin typeface="Arial"/>
                <a:cs typeface="Arial"/>
              </a:rPr>
              <a:t>Open </a:t>
            </a:r>
            <a:r>
              <a:rPr sz="1600" spc="-10" dirty="0">
                <a:latin typeface="Arial"/>
                <a:cs typeface="Arial"/>
              </a:rPr>
              <a:t>resolvers </a:t>
            </a:r>
            <a:r>
              <a:rPr sz="1600" dirty="0">
                <a:latin typeface="Arial"/>
                <a:cs typeface="Arial"/>
              </a:rPr>
              <a:t>ask</a:t>
            </a:r>
            <a:r>
              <a:rPr sz="1600" spc="-25" dirty="0">
                <a:latin typeface="Arial"/>
                <a:cs typeface="Arial"/>
              </a:rPr>
              <a:t> the </a:t>
            </a:r>
            <a:r>
              <a:rPr sz="1600" spc="-10" dirty="0">
                <a:latin typeface="Arial"/>
                <a:cs typeface="Arial"/>
              </a:rPr>
              <a:t>authoritative </a:t>
            </a:r>
            <a:r>
              <a:rPr sz="1600" dirty="0">
                <a:latin typeface="Arial"/>
                <a:cs typeface="Arial"/>
              </a:rPr>
              <a:t>name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server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TXT </a:t>
            </a:r>
            <a:r>
              <a:rPr sz="1600" spc="-10" dirty="0">
                <a:latin typeface="Arial"/>
                <a:cs typeface="Arial"/>
              </a:rPr>
              <a:t>record </a:t>
            </a:r>
            <a:r>
              <a:rPr sz="1600" spc="-10" dirty="0">
                <a:latin typeface="MS PGothic"/>
                <a:cs typeface="MS PGothic"/>
              </a:rPr>
              <a:t>“</a:t>
            </a:r>
            <a:r>
              <a:rPr sz="1600" spc="-10" dirty="0">
                <a:latin typeface="Arial"/>
                <a:cs typeface="Arial"/>
              </a:rPr>
              <a:t>evil.com</a:t>
            </a:r>
            <a:r>
              <a:rPr sz="1600" spc="-10" dirty="0">
                <a:latin typeface="MS PGothic"/>
                <a:cs typeface="MS PGothic"/>
              </a:rPr>
              <a:t>”</a:t>
            </a:r>
            <a:endParaRPr sz="1600">
              <a:latin typeface="MS PGothic"/>
              <a:cs typeface="MS P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509504" y="3634740"/>
            <a:ext cx="1379220" cy="607060"/>
          </a:xfrm>
          <a:prstGeom prst="rect">
            <a:avLst/>
          </a:prstGeom>
          <a:solidFill>
            <a:srgbClr val="B4C6E7"/>
          </a:solidFill>
        </p:spPr>
        <p:txBody>
          <a:bodyPr vert="horz" wrap="square" lIns="0" tIns="81280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640"/>
              </a:spcBef>
            </a:pPr>
            <a:r>
              <a:rPr sz="265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43250" y="2695194"/>
            <a:ext cx="5207635" cy="1961514"/>
          </a:xfrm>
          <a:custGeom>
            <a:avLst/>
            <a:gdLst/>
            <a:ahLst/>
            <a:cxnLst/>
            <a:rect l="l" t="t" r="r" b="b"/>
            <a:pathLst>
              <a:path w="5207634" h="1961514">
                <a:moveTo>
                  <a:pt x="5207634" y="0"/>
                </a:moveTo>
                <a:lnTo>
                  <a:pt x="0" y="1961260"/>
                </a:lnTo>
              </a:path>
            </a:pathLst>
          </a:custGeom>
          <a:ln w="120650">
            <a:solidFill>
              <a:srgbClr val="4471C4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405371" y="4572000"/>
            <a:ext cx="1706880" cy="641985"/>
          </a:xfrm>
          <a:prstGeom prst="rect">
            <a:avLst/>
          </a:prstGeom>
          <a:solidFill>
            <a:srgbClr val="FCBCF8"/>
          </a:solidFill>
        </p:spPr>
        <p:txBody>
          <a:bodyPr vert="horz" wrap="square" lIns="0" tIns="99060" rIns="0" bIns="0" rtlCol="0">
            <a:spAutoFit/>
          </a:bodyPr>
          <a:lstStyle/>
          <a:p>
            <a:pPr marL="19050" algn="ctr">
              <a:lnSpc>
                <a:spcPct val="100000"/>
              </a:lnSpc>
              <a:spcBef>
                <a:spcPts val="780"/>
              </a:spcBef>
            </a:pPr>
            <a:r>
              <a:rPr sz="265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405371" y="5292852"/>
            <a:ext cx="1706880" cy="1077595"/>
          </a:xfrm>
          <a:custGeom>
            <a:avLst/>
            <a:gdLst/>
            <a:ahLst/>
            <a:cxnLst/>
            <a:rect l="l" t="t" r="r" b="b"/>
            <a:pathLst>
              <a:path w="1706879" h="1077595">
                <a:moveTo>
                  <a:pt x="1706879" y="0"/>
                </a:moveTo>
                <a:lnTo>
                  <a:pt x="0" y="0"/>
                </a:lnTo>
                <a:lnTo>
                  <a:pt x="0" y="1077468"/>
                </a:lnTo>
                <a:lnTo>
                  <a:pt x="1706879" y="1077468"/>
                </a:lnTo>
                <a:lnTo>
                  <a:pt x="1706879" y="0"/>
                </a:lnTo>
                <a:close/>
              </a:path>
            </a:pathLst>
          </a:custGeom>
          <a:solidFill>
            <a:srgbClr val="C5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405371" y="5322570"/>
            <a:ext cx="1706880" cy="100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730" marR="117475" indent="-1270"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evil.com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name </a:t>
            </a:r>
            <a:r>
              <a:rPr sz="1600" dirty="0">
                <a:latin typeface="Arial"/>
                <a:cs typeface="Arial"/>
              </a:rPr>
              <a:t>server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responds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4000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byte </a:t>
            </a:r>
            <a:r>
              <a:rPr sz="1600" dirty="0">
                <a:latin typeface="Arial"/>
                <a:cs typeface="Arial"/>
              </a:rPr>
              <a:t>TXT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records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334393" y="1892147"/>
            <a:ext cx="7807959" cy="4203700"/>
            <a:chOff x="2334393" y="1892147"/>
            <a:chExt cx="7807959" cy="4203700"/>
          </a:xfrm>
        </p:grpSpPr>
        <p:sp>
          <p:nvSpPr>
            <p:cNvPr id="24" name="object 24"/>
            <p:cNvSpPr/>
            <p:nvPr/>
          </p:nvSpPr>
          <p:spPr>
            <a:xfrm>
              <a:off x="3277361" y="2932938"/>
              <a:ext cx="5658485" cy="2710815"/>
            </a:xfrm>
            <a:custGeom>
              <a:avLst/>
              <a:gdLst/>
              <a:ahLst/>
              <a:cxnLst/>
              <a:rect l="l" t="t" r="r" b="b"/>
              <a:pathLst>
                <a:path w="5658484" h="2710815">
                  <a:moveTo>
                    <a:pt x="4815205" y="144779"/>
                  </a:moveTo>
                  <a:lnTo>
                    <a:pt x="0" y="2296668"/>
                  </a:lnTo>
                </a:path>
                <a:path w="5658484" h="2710815">
                  <a:moveTo>
                    <a:pt x="5658231" y="0"/>
                  </a:moveTo>
                  <a:lnTo>
                    <a:pt x="172212" y="2710802"/>
                  </a:lnTo>
                </a:path>
              </a:pathLst>
            </a:custGeom>
            <a:ln w="120650">
              <a:solidFill>
                <a:srgbClr val="4471C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03791" y="4071251"/>
              <a:ext cx="720090" cy="1648460"/>
            </a:xfrm>
            <a:custGeom>
              <a:avLst/>
              <a:gdLst/>
              <a:ahLst/>
              <a:cxnLst/>
              <a:rect l="l" t="t" r="r" b="b"/>
              <a:pathLst>
                <a:path w="720089" h="1648460">
                  <a:moveTo>
                    <a:pt x="718248" y="918718"/>
                  </a:moveTo>
                  <a:lnTo>
                    <a:pt x="12065" y="918718"/>
                  </a:lnTo>
                  <a:lnTo>
                    <a:pt x="12065" y="1647850"/>
                  </a:lnTo>
                  <a:lnTo>
                    <a:pt x="718248" y="1647850"/>
                  </a:lnTo>
                  <a:lnTo>
                    <a:pt x="718248" y="918718"/>
                  </a:lnTo>
                  <a:close/>
                </a:path>
                <a:path w="720089" h="1648460">
                  <a:moveTo>
                    <a:pt x="718248" y="694537"/>
                  </a:moveTo>
                  <a:lnTo>
                    <a:pt x="12065" y="694537"/>
                  </a:lnTo>
                  <a:lnTo>
                    <a:pt x="12065" y="702043"/>
                  </a:lnTo>
                  <a:lnTo>
                    <a:pt x="0" y="702043"/>
                  </a:lnTo>
                  <a:lnTo>
                    <a:pt x="0" y="879221"/>
                  </a:lnTo>
                  <a:lnTo>
                    <a:pt x="713409" y="879221"/>
                  </a:lnTo>
                  <a:lnTo>
                    <a:pt x="713409" y="874471"/>
                  </a:lnTo>
                  <a:lnTo>
                    <a:pt x="718248" y="874471"/>
                  </a:lnTo>
                  <a:lnTo>
                    <a:pt x="718248" y="694537"/>
                  </a:lnTo>
                  <a:close/>
                </a:path>
                <a:path w="720089" h="1648460">
                  <a:moveTo>
                    <a:pt x="718248" y="462940"/>
                  </a:moveTo>
                  <a:lnTo>
                    <a:pt x="12065" y="462940"/>
                  </a:lnTo>
                  <a:lnTo>
                    <a:pt x="12065" y="642886"/>
                  </a:lnTo>
                  <a:lnTo>
                    <a:pt x="718248" y="642886"/>
                  </a:lnTo>
                  <a:lnTo>
                    <a:pt x="718248" y="462940"/>
                  </a:lnTo>
                  <a:close/>
                </a:path>
                <a:path w="720089" h="1648460">
                  <a:moveTo>
                    <a:pt x="718248" y="0"/>
                  </a:moveTo>
                  <a:lnTo>
                    <a:pt x="12065" y="0"/>
                  </a:lnTo>
                  <a:lnTo>
                    <a:pt x="12065" y="179959"/>
                  </a:lnTo>
                  <a:lnTo>
                    <a:pt x="718248" y="179959"/>
                  </a:lnTo>
                  <a:lnTo>
                    <a:pt x="718248" y="0"/>
                  </a:lnTo>
                  <a:close/>
                </a:path>
                <a:path w="720089" h="1648460">
                  <a:moveTo>
                    <a:pt x="719467" y="237629"/>
                  </a:moveTo>
                  <a:lnTo>
                    <a:pt x="13385" y="225793"/>
                  </a:lnTo>
                  <a:lnTo>
                    <a:pt x="10553" y="405701"/>
                  </a:lnTo>
                  <a:lnTo>
                    <a:pt x="716648" y="417563"/>
                  </a:lnTo>
                  <a:lnTo>
                    <a:pt x="719467" y="237629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4768" y="4810439"/>
              <a:ext cx="107004" cy="10756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900581" y="4817632"/>
              <a:ext cx="416559" cy="94615"/>
            </a:xfrm>
            <a:custGeom>
              <a:avLst/>
              <a:gdLst/>
              <a:ahLst/>
              <a:cxnLst/>
              <a:rect l="l" t="t" r="r" b="b"/>
              <a:pathLst>
                <a:path w="416560" h="94614">
                  <a:moveTo>
                    <a:pt x="416134" y="0"/>
                  </a:moveTo>
                  <a:lnTo>
                    <a:pt x="0" y="0"/>
                  </a:lnTo>
                  <a:lnTo>
                    <a:pt x="0" y="94015"/>
                  </a:lnTo>
                  <a:lnTo>
                    <a:pt x="416134" y="94015"/>
                  </a:lnTo>
                  <a:lnTo>
                    <a:pt x="416134" y="83179"/>
                  </a:lnTo>
                  <a:lnTo>
                    <a:pt x="11030" y="83179"/>
                  </a:lnTo>
                  <a:lnTo>
                    <a:pt x="11030" y="10000"/>
                  </a:lnTo>
                  <a:lnTo>
                    <a:pt x="416134" y="10000"/>
                  </a:lnTo>
                  <a:lnTo>
                    <a:pt x="416134" y="0"/>
                  </a:lnTo>
                  <a:close/>
                </a:path>
                <a:path w="416560" h="94614">
                  <a:moveTo>
                    <a:pt x="416134" y="10000"/>
                  </a:moveTo>
                  <a:lnTo>
                    <a:pt x="405103" y="10000"/>
                  </a:lnTo>
                  <a:lnTo>
                    <a:pt x="405103" y="83179"/>
                  </a:lnTo>
                  <a:lnTo>
                    <a:pt x="416134" y="83179"/>
                  </a:lnTo>
                  <a:lnTo>
                    <a:pt x="416134" y="10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03799" y="4545628"/>
              <a:ext cx="713740" cy="177800"/>
            </a:xfrm>
            <a:custGeom>
              <a:avLst/>
              <a:gdLst/>
              <a:ahLst/>
              <a:cxnLst/>
              <a:rect l="l" t="t" r="r" b="b"/>
              <a:pathLst>
                <a:path w="713739" h="177800">
                  <a:moveTo>
                    <a:pt x="713402" y="0"/>
                  </a:moveTo>
                  <a:lnTo>
                    <a:pt x="0" y="0"/>
                  </a:lnTo>
                  <a:lnTo>
                    <a:pt x="0" y="177176"/>
                  </a:lnTo>
                  <a:lnTo>
                    <a:pt x="713402" y="177176"/>
                  </a:lnTo>
                  <a:lnTo>
                    <a:pt x="713402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4768" y="4582524"/>
              <a:ext cx="107004" cy="10756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900581" y="4588626"/>
              <a:ext cx="416559" cy="95885"/>
            </a:xfrm>
            <a:custGeom>
              <a:avLst/>
              <a:gdLst/>
              <a:ahLst/>
              <a:cxnLst/>
              <a:rect l="l" t="t" r="r" b="b"/>
              <a:pathLst>
                <a:path w="416560" h="95885">
                  <a:moveTo>
                    <a:pt x="416134" y="0"/>
                  </a:moveTo>
                  <a:lnTo>
                    <a:pt x="0" y="0"/>
                  </a:lnTo>
                  <a:lnTo>
                    <a:pt x="0" y="95361"/>
                  </a:lnTo>
                  <a:lnTo>
                    <a:pt x="416134" y="95361"/>
                  </a:lnTo>
                  <a:lnTo>
                    <a:pt x="416134" y="83992"/>
                  </a:lnTo>
                  <a:lnTo>
                    <a:pt x="11030" y="83992"/>
                  </a:lnTo>
                  <a:lnTo>
                    <a:pt x="11030" y="11369"/>
                  </a:lnTo>
                  <a:lnTo>
                    <a:pt x="416134" y="11369"/>
                  </a:lnTo>
                  <a:lnTo>
                    <a:pt x="416134" y="0"/>
                  </a:lnTo>
                  <a:close/>
                </a:path>
                <a:path w="416560" h="95885">
                  <a:moveTo>
                    <a:pt x="416134" y="11369"/>
                  </a:moveTo>
                  <a:lnTo>
                    <a:pt x="405103" y="11369"/>
                  </a:lnTo>
                  <a:lnTo>
                    <a:pt x="405103" y="83992"/>
                  </a:lnTo>
                  <a:lnTo>
                    <a:pt x="416134" y="83992"/>
                  </a:lnTo>
                  <a:lnTo>
                    <a:pt x="416134" y="113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802530" y="4311940"/>
              <a:ext cx="716280" cy="189230"/>
            </a:xfrm>
            <a:custGeom>
              <a:avLst/>
              <a:gdLst/>
              <a:ahLst/>
              <a:cxnLst/>
              <a:rect l="l" t="t" r="r" b="b"/>
              <a:pathLst>
                <a:path w="716279" h="189229">
                  <a:moveTo>
                    <a:pt x="2861" y="0"/>
                  </a:moveTo>
                  <a:lnTo>
                    <a:pt x="0" y="177172"/>
                  </a:lnTo>
                  <a:lnTo>
                    <a:pt x="713310" y="188796"/>
                  </a:lnTo>
                  <a:lnTo>
                    <a:pt x="716171" y="11647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4768" y="4354609"/>
              <a:ext cx="107004" cy="10756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900581" y="4360966"/>
              <a:ext cx="416559" cy="96520"/>
            </a:xfrm>
            <a:custGeom>
              <a:avLst/>
              <a:gdLst/>
              <a:ahLst/>
              <a:cxnLst/>
              <a:rect l="l" t="t" r="r" b="b"/>
              <a:pathLst>
                <a:path w="416560" h="96520">
                  <a:moveTo>
                    <a:pt x="416134" y="0"/>
                  </a:moveTo>
                  <a:lnTo>
                    <a:pt x="0" y="0"/>
                  </a:lnTo>
                  <a:lnTo>
                    <a:pt x="0" y="96219"/>
                  </a:lnTo>
                  <a:lnTo>
                    <a:pt x="416134" y="96219"/>
                  </a:lnTo>
                  <a:lnTo>
                    <a:pt x="416134" y="85128"/>
                  </a:lnTo>
                  <a:lnTo>
                    <a:pt x="11030" y="85128"/>
                  </a:lnTo>
                  <a:lnTo>
                    <a:pt x="11030" y="11090"/>
                  </a:lnTo>
                  <a:lnTo>
                    <a:pt x="416134" y="11090"/>
                  </a:lnTo>
                  <a:lnTo>
                    <a:pt x="416134" y="0"/>
                  </a:lnTo>
                  <a:close/>
                </a:path>
                <a:path w="416560" h="96520">
                  <a:moveTo>
                    <a:pt x="416134" y="11090"/>
                  </a:moveTo>
                  <a:lnTo>
                    <a:pt x="405103" y="11090"/>
                  </a:lnTo>
                  <a:lnTo>
                    <a:pt x="405103" y="85128"/>
                  </a:lnTo>
                  <a:lnTo>
                    <a:pt x="416134" y="85128"/>
                  </a:lnTo>
                  <a:lnTo>
                    <a:pt x="416134" y="110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03799" y="4090075"/>
              <a:ext cx="713740" cy="177800"/>
            </a:xfrm>
            <a:custGeom>
              <a:avLst/>
              <a:gdLst/>
              <a:ahLst/>
              <a:cxnLst/>
              <a:rect l="l" t="t" r="r" b="b"/>
              <a:pathLst>
                <a:path w="713739" h="177800">
                  <a:moveTo>
                    <a:pt x="713402" y="0"/>
                  </a:moveTo>
                  <a:lnTo>
                    <a:pt x="0" y="0"/>
                  </a:lnTo>
                  <a:lnTo>
                    <a:pt x="0" y="177176"/>
                  </a:lnTo>
                  <a:lnTo>
                    <a:pt x="713402" y="177176"/>
                  </a:lnTo>
                  <a:lnTo>
                    <a:pt x="713402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4768" y="4126136"/>
              <a:ext cx="107004" cy="10756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900581" y="4133051"/>
              <a:ext cx="416559" cy="95885"/>
            </a:xfrm>
            <a:custGeom>
              <a:avLst/>
              <a:gdLst/>
              <a:ahLst/>
              <a:cxnLst/>
              <a:rect l="l" t="t" r="r" b="b"/>
              <a:pathLst>
                <a:path w="416560" h="95885">
                  <a:moveTo>
                    <a:pt x="416134" y="0"/>
                  </a:moveTo>
                  <a:lnTo>
                    <a:pt x="0" y="0"/>
                  </a:lnTo>
                  <a:lnTo>
                    <a:pt x="0" y="95384"/>
                  </a:lnTo>
                  <a:lnTo>
                    <a:pt x="416134" y="95384"/>
                  </a:lnTo>
                  <a:lnTo>
                    <a:pt x="416134" y="84015"/>
                  </a:lnTo>
                  <a:lnTo>
                    <a:pt x="11030" y="84015"/>
                  </a:lnTo>
                  <a:lnTo>
                    <a:pt x="11030" y="11090"/>
                  </a:lnTo>
                  <a:lnTo>
                    <a:pt x="416134" y="11090"/>
                  </a:lnTo>
                  <a:lnTo>
                    <a:pt x="416134" y="0"/>
                  </a:lnTo>
                  <a:close/>
                </a:path>
                <a:path w="416560" h="95885">
                  <a:moveTo>
                    <a:pt x="416134" y="11090"/>
                  </a:moveTo>
                  <a:lnTo>
                    <a:pt x="405103" y="11090"/>
                  </a:lnTo>
                  <a:lnTo>
                    <a:pt x="405103" y="84015"/>
                  </a:lnTo>
                  <a:lnTo>
                    <a:pt x="416134" y="84015"/>
                  </a:lnTo>
                  <a:lnTo>
                    <a:pt x="416134" y="110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803799" y="4993990"/>
              <a:ext cx="713740" cy="717550"/>
            </a:xfrm>
            <a:custGeom>
              <a:avLst/>
              <a:gdLst/>
              <a:ahLst/>
              <a:cxnLst/>
              <a:rect l="l" t="t" r="r" b="b"/>
              <a:pathLst>
                <a:path w="713739" h="717550">
                  <a:moveTo>
                    <a:pt x="713402" y="0"/>
                  </a:moveTo>
                  <a:lnTo>
                    <a:pt x="0" y="0"/>
                  </a:lnTo>
                  <a:lnTo>
                    <a:pt x="0" y="717296"/>
                  </a:lnTo>
                  <a:lnTo>
                    <a:pt x="713402" y="717296"/>
                  </a:lnTo>
                  <a:lnTo>
                    <a:pt x="713402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91967" y="5352770"/>
              <a:ext cx="326390" cy="291465"/>
            </a:xfrm>
            <a:custGeom>
              <a:avLst/>
              <a:gdLst/>
              <a:ahLst/>
              <a:cxnLst/>
              <a:rect l="l" t="t" r="r" b="b"/>
              <a:pathLst>
                <a:path w="326389" h="291464">
                  <a:moveTo>
                    <a:pt x="11036" y="0"/>
                  </a:moveTo>
                  <a:lnTo>
                    <a:pt x="0" y="0"/>
                  </a:lnTo>
                  <a:lnTo>
                    <a:pt x="0" y="290868"/>
                  </a:lnTo>
                  <a:lnTo>
                    <a:pt x="11036" y="290868"/>
                  </a:lnTo>
                  <a:lnTo>
                    <a:pt x="11036" y="0"/>
                  </a:lnTo>
                  <a:close/>
                </a:path>
                <a:path w="326389" h="291464">
                  <a:moveTo>
                    <a:pt x="74168" y="0"/>
                  </a:moveTo>
                  <a:lnTo>
                    <a:pt x="62865" y="0"/>
                  </a:lnTo>
                  <a:lnTo>
                    <a:pt x="62865" y="290868"/>
                  </a:lnTo>
                  <a:lnTo>
                    <a:pt x="74168" y="290868"/>
                  </a:lnTo>
                  <a:lnTo>
                    <a:pt x="74168" y="0"/>
                  </a:lnTo>
                  <a:close/>
                </a:path>
                <a:path w="326389" h="291464">
                  <a:moveTo>
                    <a:pt x="137045" y="290868"/>
                  </a:moveTo>
                  <a:lnTo>
                    <a:pt x="136220" y="0"/>
                  </a:lnTo>
                  <a:lnTo>
                    <a:pt x="125196" y="0"/>
                  </a:lnTo>
                  <a:lnTo>
                    <a:pt x="125196" y="290868"/>
                  </a:lnTo>
                  <a:lnTo>
                    <a:pt x="137045" y="290868"/>
                  </a:lnTo>
                  <a:close/>
                </a:path>
                <a:path w="326389" h="291464">
                  <a:moveTo>
                    <a:pt x="200215" y="0"/>
                  </a:moveTo>
                  <a:lnTo>
                    <a:pt x="189179" y="0"/>
                  </a:lnTo>
                  <a:lnTo>
                    <a:pt x="189179" y="290868"/>
                  </a:lnTo>
                  <a:lnTo>
                    <a:pt x="200215" y="290868"/>
                  </a:lnTo>
                  <a:lnTo>
                    <a:pt x="200215" y="0"/>
                  </a:lnTo>
                  <a:close/>
                </a:path>
                <a:path w="326389" h="291464">
                  <a:moveTo>
                    <a:pt x="263067" y="0"/>
                  </a:moveTo>
                  <a:lnTo>
                    <a:pt x="252044" y="0"/>
                  </a:lnTo>
                  <a:lnTo>
                    <a:pt x="252044" y="290868"/>
                  </a:lnTo>
                  <a:lnTo>
                    <a:pt x="263067" y="290868"/>
                  </a:lnTo>
                  <a:lnTo>
                    <a:pt x="263067" y="0"/>
                  </a:lnTo>
                  <a:close/>
                </a:path>
                <a:path w="326389" h="291464">
                  <a:moveTo>
                    <a:pt x="326224" y="0"/>
                  </a:moveTo>
                  <a:lnTo>
                    <a:pt x="315201" y="0"/>
                  </a:lnTo>
                  <a:lnTo>
                    <a:pt x="315201" y="290868"/>
                  </a:lnTo>
                  <a:lnTo>
                    <a:pt x="326224" y="290868"/>
                  </a:lnTo>
                  <a:lnTo>
                    <a:pt x="3262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88234" y="4623546"/>
              <a:ext cx="826769" cy="1087755"/>
            </a:xfrm>
            <a:custGeom>
              <a:avLst/>
              <a:gdLst/>
              <a:ahLst/>
              <a:cxnLst/>
              <a:rect l="l" t="t" r="r" b="b"/>
              <a:pathLst>
                <a:path w="826769" h="1087754">
                  <a:moveTo>
                    <a:pt x="347166" y="0"/>
                  </a:moveTo>
                  <a:lnTo>
                    <a:pt x="366149" y="52562"/>
                  </a:lnTo>
                  <a:lnTo>
                    <a:pt x="375471" y="102868"/>
                  </a:lnTo>
                  <a:lnTo>
                    <a:pt x="375965" y="151133"/>
                  </a:lnTo>
                  <a:lnTo>
                    <a:pt x="368465" y="197569"/>
                  </a:lnTo>
                  <a:lnTo>
                    <a:pt x="353804" y="242393"/>
                  </a:lnTo>
                  <a:lnTo>
                    <a:pt x="332816" y="285819"/>
                  </a:lnTo>
                  <a:lnTo>
                    <a:pt x="306334" y="328060"/>
                  </a:lnTo>
                  <a:lnTo>
                    <a:pt x="275191" y="369333"/>
                  </a:lnTo>
                  <a:lnTo>
                    <a:pt x="228574" y="418182"/>
                  </a:lnTo>
                  <a:lnTo>
                    <a:pt x="142363" y="496776"/>
                  </a:lnTo>
                  <a:lnTo>
                    <a:pt x="107748" y="531306"/>
                  </a:lnTo>
                  <a:lnTo>
                    <a:pt x="76126" y="567992"/>
                  </a:lnTo>
                  <a:lnTo>
                    <a:pt x="49059" y="607912"/>
                  </a:lnTo>
                  <a:lnTo>
                    <a:pt x="28107" y="652144"/>
                  </a:lnTo>
                  <a:lnTo>
                    <a:pt x="12767" y="701798"/>
                  </a:lnTo>
                  <a:lnTo>
                    <a:pt x="3437" y="750575"/>
                  </a:lnTo>
                  <a:lnTo>
                    <a:pt x="0" y="798483"/>
                  </a:lnTo>
                  <a:lnTo>
                    <a:pt x="2336" y="845528"/>
                  </a:lnTo>
                  <a:lnTo>
                    <a:pt x="10328" y="891718"/>
                  </a:lnTo>
                  <a:lnTo>
                    <a:pt x="23858" y="937059"/>
                  </a:lnTo>
                  <a:lnTo>
                    <a:pt x="42808" y="981558"/>
                  </a:lnTo>
                  <a:lnTo>
                    <a:pt x="67060" y="1025221"/>
                  </a:lnTo>
                  <a:lnTo>
                    <a:pt x="113043" y="1087465"/>
                  </a:lnTo>
                  <a:lnTo>
                    <a:pt x="152195" y="1087465"/>
                  </a:lnTo>
                  <a:lnTo>
                    <a:pt x="140292" y="1038146"/>
                  </a:lnTo>
                  <a:lnTo>
                    <a:pt x="134014" y="989984"/>
                  </a:lnTo>
                  <a:lnTo>
                    <a:pt x="133387" y="942946"/>
                  </a:lnTo>
                  <a:lnTo>
                    <a:pt x="138438" y="896996"/>
                  </a:lnTo>
                  <a:lnTo>
                    <a:pt x="149195" y="852100"/>
                  </a:lnTo>
                  <a:lnTo>
                    <a:pt x="165686" y="808225"/>
                  </a:lnTo>
                  <a:lnTo>
                    <a:pt x="187937" y="765335"/>
                  </a:lnTo>
                  <a:lnTo>
                    <a:pt x="215976" y="723397"/>
                  </a:lnTo>
                  <a:lnTo>
                    <a:pt x="249830" y="682377"/>
                  </a:lnTo>
                  <a:lnTo>
                    <a:pt x="243487" y="748765"/>
                  </a:lnTo>
                  <a:lnTo>
                    <a:pt x="242497" y="794476"/>
                  </a:lnTo>
                  <a:lnTo>
                    <a:pt x="246104" y="839062"/>
                  </a:lnTo>
                  <a:lnTo>
                    <a:pt x="254935" y="882402"/>
                  </a:lnTo>
                  <a:lnTo>
                    <a:pt x="269616" y="924374"/>
                  </a:lnTo>
                  <a:lnTo>
                    <a:pt x="290774" y="964856"/>
                  </a:lnTo>
                  <a:lnTo>
                    <a:pt x="319036" y="1003728"/>
                  </a:lnTo>
                  <a:lnTo>
                    <a:pt x="348242" y="1043722"/>
                  </a:lnTo>
                  <a:lnTo>
                    <a:pt x="372550" y="1086910"/>
                  </a:lnTo>
                  <a:lnTo>
                    <a:pt x="703463" y="1086910"/>
                  </a:lnTo>
                  <a:lnTo>
                    <a:pt x="734487" y="1050394"/>
                  </a:lnTo>
                  <a:lnTo>
                    <a:pt x="761555" y="1010973"/>
                  </a:lnTo>
                  <a:lnTo>
                    <a:pt x="784464" y="968969"/>
                  </a:lnTo>
                  <a:lnTo>
                    <a:pt x="803014" y="924706"/>
                  </a:lnTo>
                  <a:lnTo>
                    <a:pt x="818927" y="873711"/>
                  </a:lnTo>
                  <a:lnTo>
                    <a:pt x="826710" y="821329"/>
                  </a:lnTo>
                  <a:lnTo>
                    <a:pt x="826371" y="768519"/>
                  </a:lnTo>
                  <a:lnTo>
                    <a:pt x="817917" y="716243"/>
                  </a:lnTo>
                  <a:lnTo>
                    <a:pt x="795151" y="649586"/>
                  </a:lnTo>
                  <a:lnTo>
                    <a:pt x="789722" y="643308"/>
                  </a:lnTo>
                  <a:lnTo>
                    <a:pt x="780676" y="639940"/>
                  </a:lnTo>
                  <a:lnTo>
                    <a:pt x="777344" y="682755"/>
                  </a:lnTo>
                  <a:lnTo>
                    <a:pt x="762336" y="721584"/>
                  </a:lnTo>
                  <a:lnTo>
                    <a:pt x="737273" y="754312"/>
                  </a:lnTo>
                  <a:lnTo>
                    <a:pt x="703778" y="778824"/>
                  </a:lnTo>
                  <a:lnTo>
                    <a:pt x="663472" y="793005"/>
                  </a:lnTo>
                  <a:lnTo>
                    <a:pt x="619326" y="793177"/>
                  </a:lnTo>
                  <a:lnTo>
                    <a:pt x="578793" y="779964"/>
                  </a:lnTo>
                  <a:lnTo>
                    <a:pt x="544481" y="755249"/>
                  </a:lnTo>
                  <a:lnTo>
                    <a:pt x="519001" y="720910"/>
                  </a:lnTo>
                  <a:lnTo>
                    <a:pt x="504084" y="672655"/>
                  </a:lnTo>
                  <a:lnTo>
                    <a:pt x="503988" y="642408"/>
                  </a:lnTo>
                  <a:lnTo>
                    <a:pt x="509631" y="612976"/>
                  </a:lnTo>
                  <a:lnTo>
                    <a:pt x="520774" y="585176"/>
                  </a:lnTo>
                  <a:lnTo>
                    <a:pt x="562518" y="518392"/>
                  </a:lnTo>
                  <a:lnTo>
                    <a:pt x="580897" y="473725"/>
                  </a:lnTo>
                  <a:lnTo>
                    <a:pt x="592028" y="426700"/>
                  </a:lnTo>
                  <a:lnTo>
                    <a:pt x="595628" y="378196"/>
                  </a:lnTo>
                  <a:lnTo>
                    <a:pt x="592787" y="328821"/>
                  </a:lnTo>
                  <a:lnTo>
                    <a:pt x="584178" y="280664"/>
                  </a:lnTo>
                  <a:lnTo>
                    <a:pt x="570039" y="234190"/>
                  </a:lnTo>
                  <a:lnTo>
                    <a:pt x="550606" y="189860"/>
                  </a:lnTo>
                  <a:lnTo>
                    <a:pt x="526115" y="148141"/>
                  </a:lnTo>
                  <a:lnTo>
                    <a:pt x="496802" y="109493"/>
                  </a:lnTo>
                  <a:lnTo>
                    <a:pt x="462903" y="74383"/>
                  </a:lnTo>
                  <a:lnTo>
                    <a:pt x="407028" y="29482"/>
                  </a:lnTo>
                  <a:lnTo>
                    <a:pt x="368130" y="7759"/>
                  </a:lnTo>
                  <a:lnTo>
                    <a:pt x="347166" y="0"/>
                  </a:lnTo>
                  <a:close/>
                </a:path>
              </a:pathLst>
            </a:custGeom>
            <a:solidFill>
              <a:srgbClr val="F6A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34387" y="4540656"/>
              <a:ext cx="935990" cy="1172210"/>
            </a:xfrm>
            <a:custGeom>
              <a:avLst/>
              <a:gdLst/>
              <a:ahLst/>
              <a:cxnLst/>
              <a:rect l="l" t="t" r="r" b="b"/>
              <a:pathLst>
                <a:path w="935989" h="1172210">
                  <a:moveTo>
                    <a:pt x="425284" y="1170076"/>
                  </a:moveTo>
                  <a:lnTo>
                    <a:pt x="413766" y="1148118"/>
                  </a:lnTo>
                  <a:lnTo>
                    <a:pt x="400989" y="1126896"/>
                  </a:lnTo>
                  <a:lnTo>
                    <a:pt x="386969" y="1106474"/>
                  </a:lnTo>
                  <a:lnTo>
                    <a:pt x="371767" y="1086904"/>
                  </a:lnTo>
                  <a:lnTo>
                    <a:pt x="343928" y="1047927"/>
                  </a:lnTo>
                  <a:lnTo>
                    <a:pt x="323088" y="1007376"/>
                  </a:lnTo>
                  <a:lnTo>
                    <a:pt x="308673" y="965352"/>
                  </a:lnTo>
                  <a:lnTo>
                    <a:pt x="300113" y="921981"/>
                  </a:lnTo>
                  <a:lnTo>
                    <a:pt x="296824" y="877379"/>
                  </a:lnTo>
                  <a:lnTo>
                    <a:pt x="298196" y="831659"/>
                  </a:lnTo>
                  <a:lnTo>
                    <a:pt x="304965" y="771842"/>
                  </a:lnTo>
                  <a:lnTo>
                    <a:pt x="305028" y="765276"/>
                  </a:lnTo>
                  <a:lnTo>
                    <a:pt x="270776" y="806297"/>
                  </a:lnTo>
                  <a:lnTo>
                    <a:pt x="242417" y="848233"/>
                  </a:lnTo>
                  <a:lnTo>
                    <a:pt x="219925" y="891133"/>
                  </a:lnTo>
                  <a:lnTo>
                    <a:pt x="203276" y="935024"/>
                  </a:lnTo>
                  <a:lnTo>
                    <a:pt x="192405" y="979944"/>
                  </a:lnTo>
                  <a:lnTo>
                    <a:pt x="187274" y="1025918"/>
                  </a:lnTo>
                  <a:lnTo>
                    <a:pt x="187871" y="1073010"/>
                  </a:lnTo>
                  <a:lnTo>
                    <a:pt x="194132" y="1121232"/>
                  </a:lnTo>
                  <a:lnTo>
                    <a:pt x="206032" y="1170635"/>
                  </a:lnTo>
                  <a:lnTo>
                    <a:pt x="261188" y="1170635"/>
                  </a:lnTo>
                  <a:lnTo>
                    <a:pt x="246481" y="1118463"/>
                  </a:lnTo>
                  <a:lnTo>
                    <a:pt x="239852" y="1064945"/>
                  </a:lnTo>
                  <a:lnTo>
                    <a:pt x="241338" y="1011047"/>
                  </a:lnTo>
                  <a:lnTo>
                    <a:pt x="250990" y="957694"/>
                  </a:lnTo>
                  <a:lnTo>
                    <a:pt x="263220" y="1002169"/>
                  </a:lnTo>
                  <a:lnTo>
                    <a:pt x="280835" y="1044587"/>
                  </a:lnTo>
                  <a:lnTo>
                    <a:pt x="303593" y="1084453"/>
                  </a:lnTo>
                  <a:lnTo>
                    <a:pt x="331254" y="1121283"/>
                  </a:lnTo>
                  <a:lnTo>
                    <a:pt x="349110" y="1144955"/>
                  </a:lnTo>
                  <a:lnTo>
                    <a:pt x="364896" y="1170076"/>
                  </a:lnTo>
                  <a:lnTo>
                    <a:pt x="425284" y="1170076"/>
                  </a:lnTo>
                  <a:close/>
                </a:path>
                <a:path w="935989" h="1172210">
                  <a:moveTo>
                    <a:pt x="935634" y="877417"/>
                  </a:moveTo>
                  <a:lnTo>
                    <a:pt x="932116" y="826389"/>
                  </a:lnTo>
                  <a:lnTo>
                    <a:pt x="922032" y="776033"/>
                  </a:lnTo>
                  <a:lnTo>
                    <a:pt x="905383" y="727011"/>
                  </a:lnTo>
                  <a:lnTo>
                    <a:pt x="882802" y="687031"/>
                  </a:lnTo>
                  <a:lnTo>
                    <a:pt x="843051" y="669048"/>
                  </a:lnTo>
                  <a:lnTo>
                    <a:pt x="777976" y="660742"/>
                  </a:lnTo>
                  <a:lnTo>
                    <a:pt x="783501" y="726452"/>
                  </a:lnTo>
                  <a:lnTo>
                    <a:pt x="779653" y="759028"/>
                  </a:lnTo>
                  <a:lnTo>
                    <a:pt x="765340" y="787476"/>
                  </a:lnTo>
                  <a:lnTo>
                    <a:pt x="742315" y="809383"/>
                  </a:lnTo>
                  <a:lnTo>
                    <a:pt x="712355" y="822375"/>
                  </a:lnTo>
                  <a:lnTo>
                    <a:pt x="699655" y="822375"/>
                  </a:lnTo>
                  <a:lnTo>
                    <a:pt x="667842" y="818134"/>
                  </a:lnTo>
                  <a:lnTo>
                    <a:pt x="640676" y="802944"/>
                  </a:lnTo>
                  <a:lnTo>
                    <a:pt x="620737" y="778979"/>
                  </a:lnTo>
                  <a:lnTo>
                    <a:pt x="610590" y="748360"/>
                  </a:lnTo>
                  <a:lnTo>
                    <a:pt x="611047" y="728192"/>
                  </a:lnTo>
                  <a:lnTo>
                    <a:pt x="615302" y="708685"/>
                  </a:lnTo>
                  <a:lnTo>
                    <a:pt x="623214" y="690359"/>
                  </a:lnTo>
                  <a:lnTo>
                    <a:pt x="658990" y="635254"/>
                  </a:lnTo>
                  <a:lnTo>
                    <a:pt x="678167" y="594169"/>
                  </a:lnTo>
                  <a:lnTo>
                    <a:pt x="691972" y="551053"/>
                  </a:lnTo>
                  <a:lnTo>
                    <a:pt x="700201" y="506412"/>
                  </a:lnTo>
                  <a:lnTo>
                    <a:pt x="702703" y="460819"/>
                  </a:lnTo>
                  <a:lnTo>
                    <a:pt x="700290" y="411302"/>
                  </a:lnTo>
                  <a:lnTo>
                    <a:pt x="692721" y="362800"/>
                  </a:lnTo>
                  <a:lnTo>
                    <a:pt x="680186" y="315709"/>
                  </a:lnTo>
                  <a:lnTo>
                    <a:pt x="662863" y="270370"/>
                  </a:lnTo>
                  <a:lnTo>
                    <a:pt x="640956" y="227152"/>
                  </a:lnTo>
                  <a:lnTo>
                    <a:pt x="614629" y="186436"/>
                  </a:lnTo>
                  <a:lnTo>
                    <a:pt x="584073" y="148577"/>
                  </a:lnTo>
                  <a:lnTo>
                    <a:pt x="549478" y="113944"/>
                  </a:lnTo>
                  <a:lnTo>
                    <a:pt x="489229" y="66179"/>
                  </a:lnTo>
                  <a:lnTo>
                    <a:pt x="441185" y="40017"/>
                  </a:lnTo>
                  <a:lnTo>
                    <a:pt x="305028" y="0"/>
                  </a:lnTo>
                  <a:lnTo>
                    <a:pt x="351650" y="104241"/>
                  </a:lnTo>
                  <a:lnTo>
                    <a:pt x="367842" y="148882"/>
                  </a:lnTo>
                  <a:lnTo>
                    <a:pt x="375704" y="192620"/>
                  </a:lnTo>
                  <a:lnTo>
                    <a:pt x="375158" y="236029"/>
                  </a:lnTo>
                  <a:lnTo>
                    <a:pt x="366115" y="279666"/>
                  </a:lnTo>
                  <a:lnTo>
                    <a:pt x="348488" y="324091"/>
                  </a:lnTo>
                  <a:lnTo>
                    <a:pt x="322186" y="369874"/>
                  </a:lnTo>
                  <a:lnTo>
                    <a:pt x="287121" y="417563"/>
                  </a:lnTo>
                  <a:lnTo>
                    <a:pt x="232740" y="473367"/>
                  </a:lnTo>
                  <a:lnTo>
                    <a:pt x="158597" y="540016"/>
                  </a:lnTo>
                  <a:lnTo>
                    <a:pt x="121234" y="577062"/>
                  </a:lnTo>
                  <a:lnTo>
                    <a:pt x="86080" y="617956"/>
                  </a:lnTo>
                  <a:lnTo>
                    <a:pt x="55194" y="663778"/>
                  </a:lnTo>
                  <a:lnTo>
                    <a:pt x="30657" y="715645"/>
                  </a:lnTo>
                  <a:lnTo>
                    <a:pt x="15722" y="762863"/>
                  </a:lnTo>
                  <a:lnTo>
                    <a:pt x="5651" y="809701"/>
                  </a:lnTo>
                  <a:lnTo>
                    <a:pt x="406" y="856132"/>
                  </a:lnTo>
                  <a:lnTo>
                    <a:pt x="0" y="902131"/>
                  </a:lnTo>
                  <a:lnTo>
                    <a:pt x="4394" y="947674"/>
                  </a:lnTo>
                  <a:lnTo>
                    <a:pt x="13563" y="992746"/>
                  </a:lnTo>
                  <a:lnTo>
                    <a:pt x="27495" y="1037323"/>
                  </a:lnTo>
                  <a:lnTo>
                    <a:pt x="46164" y="1081379"/>
                  </a:lnTo>
                  <a:lnTo>
                    <a:pt x="69570" y="1124902"/>
                  </a:lnTo>
                  <a:lnTo>
                    <a:pt x="97663" y="1167866"/>
                  </a:lnTo>
                  <a:lnTo>
                    <a:pt x="166890" y="1169530"/>
                  </a:lnTo>
                  <a:lnTo>
                    <a:pt x="150342" y="1150124"/>
                  </a:lnTo>
                  <a:lnTo>
                    <a:pt x="121170" y="1107655"/>
                  </a:lnTo>
                  <a:lnTo>
                    <a:pt x="97015" y="1064374"/>
                  </a:lnTo>
                  <a:lnTo>
                    <a:pt x="78041" y="1020216"/>
                  </a:lnTo>
                  <a:lnTo>
                    <a:pt x="64452" y="975156"/>
                  </a:lnTo>
                  <a:lnTo>
                    <a:pt x="56388" y="929182"/>
                  </a:lnTo>
                  <a:lnTo>
                    <a:pt x="54051" y="882230"/>
                  </a:lnTo>
                  <a:lnTo>
                    <a:pt x="57594" y="834301"/>
                  </a:lnTo>
                  <a:lnTo>
                    <a:pt x="67195" y="785342"/>
                  </a:lnTo>
                  <a:lnTo>
                    <a:pt x="83058" y="735317"/>
                  </a:lnTo>
                  <a:lnTo>
                    <a:pt x="103479" y="690791"/>
                  </a:lnTo>
                  <a:lnTo>
                    <a:pt x="130479" y="650684"/>
                  </a:lnTo>
                  <a:lnTo>
                    <a:pt x="162293" y="613956"/>
                  </a:lnTo>
                  <a:lnTo>
                    <a:pt x="307276" y="477380"/>
                  </a:lnTo>
                  <a:lnTo>
                    <a:pt x="330136" y="452513"/>
                  </a:lnTo>
                  <a:lnTo>
                    <a:pt x="361289" y="411226"/>
                  </a:lnTo>
                  <a:lnTo>
                    <a:pt x="387769" y="368985"/>
                  </a:lnTo>
                  <a:lnTo>
                    <a:pt x="408749" y="325551"/>
                  </a:lnTo>
                  <a:lnTo>
                    <a:pt x="423418" y="280720"/>
                  </a:lnTo>
                  <a:lnTo>
                    <a:pt x="430911" y="234289"/>
                  </a:lnTo>
                  <a:lnTo>
                    <a:pt x="430415" y="186029"/>
                  </a:lnTo>
                  <a:lnTo>
                    <a:pt x="421093" y="135724"/>
                  </a:lnTo>
                  <a:lnTo>
                    <a:pt x="402120" y="83172"/>
                  </a:lnTo>
                  <a:lnTo>
                    <a:pt x="443064" y="100647"/>
                  </a:lnTo>
                  <a:lnTo>
                    <a:pt x="479602" y="126161"/>
                  </a:lnTo>
                  <a:lnTo>
                    <a:pt x="517842" y="157276"/>
                  </a:lnTo>
                  <a:lnTo>
                    <a:pt x="551738" y="192392"/>
                  </a:lnTo>
                  <a:lnTo>
                    <a:pt x="581050" y="231038"/>
                  </a:lnTo>
                  <a:lnTo>
                    <a:pt x="605548" y="272757"/>
                  </a:lnTo>
                  <a:lnTo>
                    <a:pt x="624979" y="317080"/>
                  </a:lnTo>
                  <a:lnTo>
                    <a:pt x="639127" y="363562"/>
                  </a:lnTo>
                  <a:lnTo>
                    <a:pt x="647738" y="411721"/>
                  </a:lnTo>
                  <a:lnTo>
                    <a:pt x="650582" y="461086"/>
                  </a:lnTo>
                  <a:lnTo>
                    <a:pt x="646976" y="509600"/>
                  </a:lnTo>
                  <a:lnTo>
                    <a:pt x="635850" y="556615"/>
                  </a:lnTo>
                  <a:lnTo>
                    <a:pt x="617474" y="601294"/>
                  </a:lnTo>
                  <a:lnTo>
                    <a:pt x="575716" y="668070"/>
                  </a:lnTo>
                  <a:lnTo>
                    <a:pt x="564578" y="695871"/>
                  </a:lnTo>
                  <a:lnTo>
                    <a:pt x="558939" y="725309"/>
                  </a:lnTo>
                  <a:lnTo>
                    <a:pt x="559028" y="755548"/>
                  </a:lnTo>
                  <a:lnTo>
                    <a:pt x="574725" y="804697"/>
                  </a:lnTo>
                  <a:lnTo>
                    <a:pt x="606018" y="843597"/>
                  </a:lnTo>
                  <a:lnTo>
                    <a:pt x="648970" y="868832"/>
                  </a:lnTo>
                  <a:lnTo>
                    <a:pt x="718426" y="877011"/>
                  </a:lnTo>
                  <a:lnTo>
                    <a:pt x="759053" y="862952"/>
                  </a:lnTo>
                  <a:lnTo>
                    <a:pt x="792822" y="838415"/>
                  </a:lnTo>
                  <a:lnTo>
                    <a:pt x="818083" y="805535"/>
                  </a:lnTo>
                  <a:lnTo>
                    <a:pt x="833170" y="766483"/>
                  </a:lnTo>
                  <a:lnTo>
                    <a:pt x="836434" y="723392"/>
                  </a:lnTo>
                  <a:lnTo>
                    <a:pt x="845489" y="726757"/>
                  </a:lnTo>
                  <a:lnTo>
                    <a:pt x="850925" y="733044"/>
                  </a:lnTo>
                  <a:lnTo>
                    <a:pt x="873544" y="800049"/>
                  </a:lnTo>
                  <a:lnTo>
                    <a:pt x="881761" y="852665"/>
                  </a:lnTo>
                  <a:lnTo>
                    <a:pt x="881761" y="905776"/>
                  </a:lnTo>
                  <a:lnTo>
                    <a:pt x="873544" y="958392"/>
                  </a:lnTo>
                  <a:lnTo>
                    <a:pt x="857135" y="1009548"/>
                  </a:lnTo>
                  <a:lnTo>
                    <a:pt x="838581" y="1053807"/>
                  </a:lnTo>
                  <a:lnTo>
                    <a:pt x="815670" y="1095806"/>
                  </a:lnTo>
                  <a:lnTo>
                    <a:pt x="788606" y="1135227"/>
                  </a:lnTo>
                  <a:lnTo>
                    <a:pt x="757580" y="1171740"/>
                  </a:lnTo>
                  <a:lnTo>
                    <a:pt x="828725" y="1171740"/>
                  </a:lnTo>
                  <a:lnTo>
                    <a:pt x="852271" y="1138161"/>
                  </a:lnTo>
                  <a:lnTo>
                    <a:pt x="873188" y="1102918"/>
                  </a:lnTo>
                  <a:lnTo>
                    <a:pt x="891374" y="1066190"/>
                  </a:lnTo>
                  <a:lnTo>
                    <a:pt x="906767" y="1028115"/>
                  </a:lnTo>
                  <a:lnTo>
                    <a:pt x="922959" y="978941"/>
                  </a:lnTo>
                  <a:lnTo>
                    <a:pt x="932573" y="928497"/>
                  </a:lnTo>
                  <a:lnTo>
                    <a:pt x="935634" y="8774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768108" y="5506749"/>
              <a:ext cx="374015" cy="588645"/>
            </a:xfrm>
            <a:custGeom>
              <a:avLst/>
              <a:gdLst/>
              <a:ahLst/>
              <a:cxnLst/>
              <a:rect l="l" t="t" r="r" b="b"/>
              <a:pathLst>
                <a:path w="374015" h="588645">
                  <a:moveTo>
                    <a:pt x="130506" y="0"/>
                  </a:moveTo>
                  <a:lnTo>
                    <a:pt x="16734" y="47722"/>
                  </a:lnTo>
                  <a:lnTo>
                    <a:pt x="0" y="73914"/>
                  </a:lnTo>
                  <a:lnTo>
                    <a:pt x="2383" y="84831"/>
                  </a:lnTo>
                  <a:lnTo>
                    <a:pt x="217267" y="571749"/>
                  </a:lnTo>
                  <a:lnTo>
                    <a:pt x="223740" y="580864"/>
                  </a:lnTo>
                  <a:lnTo>
                    <a:pt x="232856" y="586603"/>
                  </a:lnTo>
                  <a:lnTo>
                    <a:pt x="243449" y="588507"/>
                  </a:lnTo>
                  <a:lnTo>
                    <a:pt x="254351" y="586113"/>
                  </a:lnTo>
                  <a:lnTo>
                    <a:pt x="357221" y="540710"/>
                  </a:lnTo>
                  <a:lnTo>
                    <a:pt x="366339" y="534275"/>
                  </a:lnTo>
                  <a:lnTo>
                    <a:pt x="372064" y="525158"/>
                  </a:lnTo>
                  <a:lnTo>
                    <a:pt x="373955" y="514552"/>
                  </a:lnTo>
                  <a:lnTo>
                    <a:pt x="371572" y="503652"/>
                  </a:lnTo>
                  <a:lnTo>
                    <a:pt x="156688" y="16734"/>
                  </a:lnTo>
                  <a:lnTo>
                    <a:pt x="150215" y="7616"/>
                  </a:lnTo>
                  <a:lnTo>
                    <a:pt x="141098" y="1891"/>
                  </a:lnTo>
                  <a:lnTo>
                    <a:pt x="13050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78095" y="2109216"/>
              <a:ext cx="3850004" cy="548640"/>
            </a:xfrm>
            <a:custGeom>
              <a:avLst/>
              <a:gdLst/>
              <a:ahLst/>
              <a:cxnLst/>
              <a:rect l="l" t="t" r="r" b="b"/>
              <a:pathLst>
                <a:path w="3850004" h="548639">
                  <a:moveTo>
                    <a:pt x="394715" y="548639"/>
                  </a:moveTo>
                  <a:lnTo>
                    <a:pt x="3849497" y="542544"/>
                  </a:lnTo>
                </a:path>
                <a:path w="3850004" h="548639">
                  <a:moveTo>
                    <a:pt x="0" y="0"/>
                  </a:moveTo>
                  <a:lnTo>
                    <a:pt x="3850004" y="0"/>
                  </a:lnTo>
                </a:path>
                <a:path w="3850004" h="548639">
                  <a:moveTo>
                    <a:pt x="394715" y="268224"/>
                  </a:moveTo>
                  <a:lnTo>
                    <a:pt x="3849497" y="268224"/>
                  </a:lnTo>
                </a:path>
              </a:pathLst>
            </a:custGeom>
            <a:ln w="57150">
              <a:solidFill>
                <a:srgbClr val="4471C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64924" y="1892147"/>
              <a:ext cx="2053643" cy="1227931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431291" y="4558284"/>
            <a:ext cx="1744980" cy="1815464"/>
          </a:xfrm>
          <a:prstGeom prst="rect">
            <a:avLst/>
          </a:prstGeom>
          <a:solidFill>
            <a:srgbClr val="C5C3C3"/>
          </a:solidFill>
        </p:spPr>
        <p:txBody>
          <a:bodyPr vert="horz" wrap="square" lIns="0" tIns="41275" rIns="0" bIns="0" rtlCol="0">
            <a:spAutoFit/>
          </a:bodyPr>
          <a:lstStyle/>
          <a:p>
            <a:pPr marL="114300" marR="107950" indent="-2540" algn="ctr">
              <a:lnSpc>
                <a:spcPct val="100000"/>
              </a:lnSpc>
              <a:spcBef>
                <a:spcPts val="325"/>
              </a:spcBef>
            </a:pPr>
            <a:r>
              <a:rPr sz="1600" dirty="0">
                <a:latin typeface="Arial"/>
                <a:cs typeface="Arial"/>
              </a:rPr>
              <a:t>Open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resolvers </a:t>
            </a:r>
            <a:r>
              <a:rPr sz="1600" dirty="0">
                <a:latin typeface="Arial"/>
                <a:cs typeface="Arial"/>
              </a:rPr>
              <a:t>cache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dirty="0">
                <a:latin typeface="Arial"/>
                <a:cs typeface="Arial"/>
              </a:rPr>
              <a:t>response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and </a:t>
            </a:r>
            <a:r>
              <a:rPr sz="1600" dirty="0">
                <a:latin typeface="Arial"/>
                <a:cs typeface="Arial"/>
              </a:rPr>
              <a:t>send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stream </a:t>
            </a:r>
            <a:r>
              <a:rPr sz="1600" spc="-25" dirty="0">
                <a:latin typeface="Arial"/>
                <a:cs typeface="Arial"/>
              </a:rPr>
              <a:t>of </a:t>
            </a:r>
            <a:r>
              <a:rPr sz="1600" dirty="0">
                <a:latin typeface="Arial"/>
                <a:cs typeface="Arial"/>
              </a:rPr>
              <a:t>4000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byte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DNS </a:t>
            </a:r>
            <a:r>
              <a:rPr sz="1600" dirty="0">
                <a:latin typeface="Arial"/>
                <a:cs typeface="Arial"/>
              </a:rPr>
              <a:t>responses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spc="-10" dirty="0">
                <a:latin typeface="Arial"/>
                <a:cs typeface="Arial"/>
              </a:rPr>
              <a:t>victim</a:t>
            </a:r>
            <a:endParaRPr sz="16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1291" y="3883152"/>
            <a:ext cx="1744980" cy="60198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78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265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496057" y="5759602"/>
            <a:ext cx="1129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93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Victim (10.10.1.1)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875278" y="1983104"/>
            <a:ext cx="30797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25" dirty="0">
                <a:solidFill>
                  <a:srgbClr val="E7E6E6"/>
                </a:solidFill>
                <a:latin typeface="Calibri"/>
                <a:cs typeface="Calibri"/>
              </a:rPr>
              <a:t>BOT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963670" y="2555494"/>
            <a:ext cx="30797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25" dirty="0">
                <a:solidFill>
                  <a:srgbClr val="E7E6E6"/>
                </a:solidFill>
                <a:latin typeface="Calibri"/>
                <a:cs typeface="Calibri"/>
              </a:rPr>
              <a:t>BOT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81117" y="2563114"/>
            <a:ext cx="30797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25" dirty="0">
                <a:solidFill>
                  <a:srgbClr val="E7E6E6"/>
                </a:solidFill>
                <a:latin typeface="Calibri"/>
                <a:cs typeface="Calibri"/>
              </a:rPr>
              <a:t>BOT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011928" y="1982215"/>
            <a:ext cx="30797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25" dirty="0">
                <a:solidFill>
                  <a:srgbClr val="E7E6E6"/>
                </a:solidFill>
                <a:latin typeface="Calibri"/>
                <a:cs typeface="Calibri"/>
              </a:rPr>
              <a:t>BOT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333613" y="5656884"/>
            <a:ext cx="115443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82270" algn="just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evil.com authoritative </a:t>
            </a:r>
            <a:r>
              <a:rPr sz="1600" dirty="0">
                <a:latin typeface="Arial"/>
                <a:cs typeface="Arial"/>
              </a:rPr>
              <a:t>name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server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88512" y="1948006"/>
            <a:ext cx="9653905" cy="4436745"/>
            <a:chOff x="688512" y="1948006"/>
            <a:chExt cx="9653905" cy="4436745"/>
          </a:xfrm>
        </p:grpSpPr>
        <p:sp>
          <p:nvSpPr>
            <p:cNvPr id="53" name="object 53"/>
            <p:cNvSpPr/>
            <p:nvPr/>
          </p:nvSpPr>
          <p:spPr>
            <a:xfrm>
              <a:off x="9705035" y="5544034"/>
              <a:ext cx="636270" cy="158750"/>
            </a:xfrm>
            <a:custGeom>
              <a:avLst/>
              <a:gdLst/>
              <a:ahLst/>
              <a:cxnLst/>
              <a:rect l="l" t="t" r="r" b="b"/>
              <a:pathLst>
                <a:path w="636270" h="158750">
                  <a:moveTo>
                    <a:pt x="636123" y="0"/>
                  </a:moveTo>
                  <a:lnTo>
                    <a:pt x="0" y="0"/>
                  </a:lnTo>
                  <a:lnTo>
                    <a:pt x="0" y="158686"/>
                  </a:lnTo>
                  <a:lnTo>
                    <a:pt x="636123" y="158686"/>
                  </a:lnTo>
                  <a:lnTo>
                    <a:pt x="636123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96340" y="5577323"/>
              <a:ext cx="95408" cy="9635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9792339" y="5583774"/>
              <a:ext cx="370205" cy="84455"/>
            </a:xfrm>
            <a:custGeom>
              <a:avLst/>
              <a:gdLst/>
              <a:ahLst/>
              <a:cxnLst/>
              <a:rect l="l" t="t" r="r" b="b"/>
              <a:pathLst>
                <a:path w="370204" h="84454">
                  <a:moveTo>
                    <a:pt x="370055" y="0"/>
                  </a:moveTo>
                  <a:lnTo>
                    <a:pt x="0" y="0"/>
                  </a:lnTo>
                  <a:lnTo>
                    <a:pt x="0" y="84182"/>
                  </a:lnTo>
                  <a:lnTo>
                    <a:pt x="370055" y="84182"/>
                  </a:lnTo>
                  <a:lnTo>
                    <a:pt x="370055" y="74494"/>
                  </a:lnTo>
                  <a:lnTo>
                    <a:pt x="8848" y="74494"/>
                  </a:lnTo>
                  <a:lnTo>
                    <a:pt x="8848" y="8936"/>
                  </a:lnTo>
                  <a:lnTo>
                    <a:pt x="370055" y="8936"/>
                  </a:lnTo>
                  <a:lnTo>
                    <a:pt x="370055" y="0"/>
                  </a:lnTo>
                  <a:close/>
                </a:path>
                <a:path w="370204" h="84454">
                  <a:moveTo>
                    <a:pt x="370055" y="8936"/>
                  </a:moveTo>
                  <a:lnTo>
                    <a:pt x="360235" y="8936"/>
                  </a:lnTo>
                  <a:lnTo>
                    <a:pt x="360235" y="74494"/>
                  </a:lnTo>
                  <a:lnTo>
                    <a:pt x="370055" y="74494"/>
                  </a:lnTo>
                  <a:lnTo>
                    <a:pt x="370055" y="89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705035" y="5340154"/>
              <a:ext cx="636270" cy="158750"/>
            </a:xfrm>
            <a:custGeom>
              <a:avLst/>
              <a:gdLst/>
              <a:ahLst/>
              <a:cxnLst/>
              <a:rect l="l" t="t" r="r" b="b"/>
              <a:pathLst>
                <a:path w="636270" h="158750">
                  <a:moveTo>
                    <a:pt x="636123" y="0"/>
                  </a:moveTo>
                  <a:lnTo>
                    <a:pt x="0" y="0"/>
                  </a:lnTo>
                  <a:lnTo>
                    <a:pt x="0" y="158686"/>
                  </a:lnTo>
                  <a:lnTo>
                    <a:pt x="636123" y="158686"/>
                  </a:lnTo>
                  <a:lnTo>
                    <a:pt x="636123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96340" y="5373192"/>
              <a:ext cx="95408" cy="9635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9792339" y="5378642"/>
              <a:ext cx="370205" cy="85725"/>
            </a:xfrm>
            <a:custGeom>
              <a:avLst/>
              <a:gdLst/>
              <a:ahLst/>
              <a:cxnLst/>
              <a:rect l="l" t="t" r="r" b="b"/>
              <a:pathLst>
                <a:path w="370204" h="85725">
                  <a:moveTo>
                    <a:pt x="370055" y="0"/>
                  </a:moveTo>
                  <a:lnTo>
                    <a:pt x="0" y="0"/>
                  </a:lnTo>
                  <a:lnTo>
                    <a:pt x="0" y="85435"/>
                  </a:lnTo>
                  <a:lnTo>
                    <a:pt x="370055" y="85435"/>
                  </a:lnTo>
                  <a:lnTo>
                    <a:pt x="370055" y="75246"/>
                  </a:lnTo>
                  <a:lnTo>
                    <a:pt x="8848" y="75246"/>
                  </a:lnTo>
                  <a:lnTo>
                    <a:pt x="8848" y="10188"/>
                  </a:lnTo>
                  <a:lnTo>
                    <a:pt x="370055" y="10188"/>
                  </a:lnTo>
                  <a:lnTo>
                    <a:pt x="370055" y="0"/>
                  </a:lnTo>
                  <a:close/>
                </a:path>
                <a:path w="370204" h="85725">
                  <a:moveTo>
                    <a:pt x="370055" y="10188"/>
                  </a:moveTo>
                  <a:lnTo>
                    <a:pt x="360235" y="10188"/>
                  </a:lnTo>
                  <a:lnTo>
                    <a:pt x="360235" y="75246"/>
                  </a:lnTo>
                  <a:lnTo>
                    <a:pt x="370055" y="75246"/>
                  </a:lnTo>
                  <a:lnTo>
                    <a:pt x="370055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703753" y="5130833"/>
              <a:ext cx="638810" cy="169545"/>
            </a:xfrm>
            <a:custGeom>
              <a:avLst/>
              <a:gdLst/>
              <a:ahLst/>
              <a:cxnLst/>
              <a:rect l="l" t="t" r="r" b="b"/>
              <a:pathLst>
                <a:path w="638809" h="169545">
                  <a:moveTo>
                    <a:pt x="2542" y="0"/>
                  </a:moveTo>
                  <a:lnTo>
                    <a:pt x="0" y="158656"/>
                  </a:lnTo>
                  <a:lnTo>
                    <a:pt x="636040" y="169096"/>
                  </a:lnTo>
                  <a:lnTo>
                    <a:pt x="638604" y="10418"/>
                  </a:lnTo>
                  <a:lnTo>
                    <a:pt x="2542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96340" y="5169041"/>
              <a:ext cx="95408" cy="96354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9792339" y="5174762"/>
              <a:ext cx="370205" cy="86360"/>
            </a:xfrm>
            <a:custGeom>
              <a:avLst/>
              <a:gdLst/>
              <a:ahLst/>
              <a:cxnLst/>
              <a:rect l="l" t="t" r="r" b="b"/>
              <a:pathLst>
                <a:path w="370204" h="86360">
                  <a:moveTo>
                    <a:pt x="370055" y="0"/>
                  </a:moveTo>
                  <a:lnTo>
                    <a:pt x="0" y="0"/>
                  </a:lnTo>
                  <a:lnTo>
                    <a:pt x="0" y="86166"/>
                  </a:lnTo>
                  <a:lnTo>
                    <a:pt x="370055" y="86166"/>
                  </a:lnTo>
                  <a:lnTo>
                    <a:pt x="370055" y="76248"/>
                  </a:lnTo>
                  <a:lnTo>
                    <a:pt x="8848" y="76248"/>
                  </a:lnTo>
                  <a:lnTo>
                    <a:pt x="8848" y="9938"/>
                  </a:lnTo>
                  <a:lnTo>
                    <a:pt x="370055" y="9938"/>
                  </a:lnTo>
                  <a:lnTo>
                    <a:pt x="370055" y="0"/>
                  </a:lnTo>
                  <a:close/>
                </a:path>
                <a:path w="370204" h="86360">
                  <a:moveTo>
                    <a:pt x="370055" y="9938"/>
                  </a:moveTo>
                  <a:lnTo>
                    <a:pt x="360235" y="9938"/>
                  </a:lnTo>
                  <a:lnTo>
                    <a:pt x="360235" y="76248"/>
                  </a:lnTo>
                  <a:lnTo>
                    <a:pt x="370055" y="76248"/>
                  </a:lnTo>
                  <a:lnTo>
                    <a:pt x="370055" y="99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705035" y="4932143"/>
              <a:ext cx="636270" cy="158750"/>
            </a:xfrm>
            <a:custGeom>
              <a:avLst/>
              <a:gdLst/>
              <a:ahLst/>
              <a:cxnLst/>
              <a:rect l="l" t="t" r="r" b="b"/>
              <a:pathLst>
                <a:path w="636270" h="158750">
                  <a:moveTo>
                    <a:pt x="636123" y="0"/>
                  </a:moveTo>
                  <a:lnTo>
                    <a:pt x="0" y="0"/>
                  </a:lnTo>
                  <a:lnTo>
                    <a:pt x="0" y="158686"/>
                  </a:lnTo>
                  <a:lnTo>
                    <a:pt x="636123" y="158686"/>
                  </a:lnTo>
                  <a:lnTo>
                    <a:pt x="636123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96340" y="4964430"/>
              <a:ext cx="95408" cy="9635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9792339" y="4970631"/>
              <a:ext cx="370205" cy="85725"/>
            </a:xfrm>
            <a:custGeom>
              <a:avLst/>
              <a:gdLst/>
              <a:ahLst/>
              <a:cxnLst/>
              <a:rect l="l" t="t" r="r" b="b"/>
              <a:pathLst>
                <a:path w="370204" h="85725">
                  <a:moveTo>
                    <a:pt x="370055" y="0"/>
                  </a:moveTo>
                  <a:lnTo>
                    <a:pt x="0" y="0"/>
                  </a:lnTo>
                  <a:lnTo>
                    <a:pt x="0" y="85435"/>
                  </a:lnTo>
                  <a:lnTo>
                    <a:pt x="370055" y="85435"/>
                  </a:lnTo>
                  <a:lnTo>
                    <a:pt x="370055" y="75246"/>
                  </a:lnTo>
                  <a:lnTo>
                    <a:pt x="8848" y="75246"/>
                  </a:lnTo>
                  <a:lnTo>
                    <a:pt x="8848" y="9938"/>
                  </a:lnTo>
                  <a:lnTo>
                    <a:pt x="370055" y="9938"/>
                  </a:lnTo>
                  <a:lnTo>
                    <a:pt x="370055" y="0"/>
                  </a:lnTo>
                  <a:close/>
                </a:path>
                <a:path w="370204" h="85725">
                  <a:moveTo>
                    <a:pt x="370055" y="9938"/>
                  </a:moveTo>
                  <a:lnTo>
                    <a:pt x="360235" y="9938"/>
                  </a:lnTo>
                  <a:lnTo>
                    <a:pt x="360235" y="75246"/>
                  </a:lnTo>
                  <a:lnTo>
                    <a:pt x="370055" y="75246"/>
                  </a:lnTo>
                  <a:lnTo>
                    <a:pt x="370055" y="99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705035" y="5741723"/>
              <a:ext cx="636270" cy="642620"/>
            </a:xfrm>
            <a:custGeom>
              <a:avLst/>
              <a:gdLst/>
              <a:ahLst/>
              <a:cxnLst/>
              <a:rect l="l" t="t" r="r" b="b"/>
              <a:pathLst>
                <a:path w="636270" h="642620">
                  <a:moveTo>
                    <a:pt x="636123" y="0"/>
                  </a:moveTo>
                  <a:lnTo>
                    <a:pt x="0" y="0"/>
                  </a:lnTo>
                  <a:lnTo>
                    <a:pt x="0" y="642435"/>
                  </a:lnTo>
                  <a:lnTo>
                    <a:pt x="636123" y="642435"/>
                  </a:lnTo>
                  <a:lnTo>
                    <a:pt x="636123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961994" y="6063068"/>
              <a:ext cx="291465" cy="260985"/>
            </a:xfrm>
            <a:custGeom>
              <a:avLst/>
              <a:gdLst/>
              <a:ahLst/>
              <a:cxnLst/>
              <a:rect l="l" t="t" r="r" b="b"/>
              <a:pathLst>
                <a:path w="291465" h="260985">
                  <a:moveTo>
                    <a:pt x="9829" y="0"/>
                  </a:moveTo>
                  <a:lnTo>
                    <a:pt x="0" y="0"/>
                  </a:lnTo>
                  <a:lnTo>
                    <a:pt x="0" y="260502"/>
                  </a:lnTo>
                  <a:lnTo>
                    <a:pt x="9829" y="260502"/>
                  </a:lnTo>
                  <a:lnTo>
                    <a:pt x="9829" y="0"/>
                  </a:lnTo>
                  <a:close/>
                </a:path>
                <a:path w="291465" h="260985">
                  <a:moveTo>
                    <a:pt x="66141" y="0"/>
                  </a:moveTo>
                  <a:lnTo>
                    <a:pt x="56057" y="0"/>
                  </a:lnTo>
                  <a:lnTo>
                    <a:pt x="56057" y="260502"/>
                  </a:lnTo>
                  <a:lnTo>
                    <a:pt x="66141" y="260502"/>
                  </a:lnTo>
                  <a:lnTo>
                    <a:pt x="66141" y="0"/>
                  </a:lnTo>
                  <a:close/>
                </a:path>
                <a:path w="291465" h="260985">
                  <a:moveTo>
                    <a:pt x="122212" y="0"/>
                  </a:moveTo>
                  <a:lnTo>
                    <a:pt x="112369" y="0"/>
                  </a:lnTo>
                  <a:lnTo>
                    <a:pt x="112369" y="260502"/>
                  </a:lnTo>
                  <a:lnTo>
                    <a:pt x="122212" y="260502"/>
                  </a:lnTo>
                  <a:lnTo>
                    <a:pt x="122212" y="0"/>
                  </a:lnTo>
                  <a:close/>
                </a:path>
                <a:path w="291465" h="260985">
                  <a:moveTo>
                    <a:pt x="178523" y="0"/>
                  </a:moveTo>
                  <a:lnTo>
                    <a:pt x="168681" y="0"/>
                  </a:lnTo>
                  <a:lnTo>
                    <a:pt x="168681" y="260502"/>
                  </a:lnTo>
                  <a:lnTo>
                    <a:pt x="178523" y="260502"/>
                  </a:lnTo>
                  <a:lnTo>
                    <a:pt x="178523" y="0"/>
                  </a:lnTo>
                  <a:close/>
                </a:path>
                <a:path w="291465" h="260985">
                  <a:moveTo>
                    <a:pt x="234594" y="260502"/>
                  </a:moveTo>
                  <a:lnTo>
                    <a:pt x="233591" y="0"/>
                  </a:lnTo>
                  <a:lnTo>
                    <a:pt x="223761" y="0"/>
                  </a:lnTo>
                  <a:lnTo>
                    <a:pt x="223761" y="260502"/>
                  </a:lnTo>
                  <a:lnTo>
                    <a:pt x="234594" y="260502"/>
                  </a:lnTo>
                  <a:close/>
                </a:path>
                <a:path w="291465" h="260985">
                  <a:moveTo>
                    <a:pt x="290906" y="0"/>
                  </a:moveTo>
                  <a:lnTo>
                    <a:pt x="281063" y="0"/>
                  </a:lnTo>
                  <a:lnTo>
                    <a:pt x="281063" y="260502"/>
                  </a:lnTo>
                  <a:lnTo>
                    <a:pt x="290906" y="260502"/>
                  </a:lnTo>
                  <a:lnTo>
                    <a:pt x="2909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448075" y="5361751"/>
              <a:ext cx="595630" cy="601980"/>
            </a:xfrm>
            <a:custGeom>
              <a:avLst/>
              <a:gdLst/>
              <a:ahLst/>
              <a:cxnLst/>
              <a:rect l="l" t="t" r="r" b="b"/>
              <a:pathLst>
                <a:path w="595629" h="601979">
                  <a:moveTo>
                    <a:pt x="297790" y="0"/>
                  </a:moveTo>
                  <a:lnTo>
                    <a:pt x="249485" y="3936"/>
                  </a:lnTo>
                  <a:lnTo>
                    <a:pt x="203663" y="15331"/>
                  </a:lnTo>
                  <a:lnTo>
                    <a:pt x="160936" y="33568"/>
                  </a:lnTo>
                  <a:lnTo>
                    <a:pt x="121916" y="58025"/>
                  </a:lnTo>
                  <a:lnTo>
                    <a:pt x="87218" y="88084"/>
                  </a:lnTo>
                  <a:lnTo>
                    <a:pt x="57454" y="123126"/>
                  </a:lnTo>
                  <a:lnTo>
                    <a:pt x="33237" y="162531"/>
                  </a:lnTo>
                  <a:lnTo>
                    <a:pt x="15181" y="205681"/>
                  </a:lnTo>
                  <a:lnTo>
                    <a:pt x="3897" y="251955"/>
                  </a:lnTo>
                  <a:lnTo>
                    <a:pt x="0" y="300735"/>
                  </a:lnTo>
                  <a:lnTo>
                    <a:pt x="3897" y="349516"/>
                  </a:lnTo>
                  <a:lnTo>
                    <a:pt x="15181" y="395790"/>
                  </a:lnTo>
                  <a:lnTo>
                    <a:pt x="33237" y="438940"/>
                  </a:lnTo>
                  <a:lnTo>
                    <a:pt x="57454" y="478345"/>
                  </a:lnTo>
                  <a:lnTo>
                    <a:pt x="87218" y="513387"/>
                  </a:lnTo>
                  <a:lnTo>
                    <a:pt x="121916" y="543446"/>
                  </a:lnTo>
                  <a:lnTo>
                    <a:pt x="160936" y="567903"/>
                  </a:lnTo>
                  <a:lnTo>
                    <a:pt x="203663" y="586140"/>
                  </a:lnTo>
                  <a:lnTo>
                    <a:pt x="249485" y="597535"/>
                  </a:lnTo>
                  <a:lnTo>
                    <a:pt x="297790" y="601471"/>
                  </a:lnTo>
                  <a:lnTo>
                    <a:pt x="346090" y="597535"/>
                  </a:lnTo>
                  <a:lnTo>
                    <a:pt x="391908" y="586140"/>
                  </a:lnTo>
                  <a:lnTo>
                    <a:pt x="434632" y="567903"/>
                  </a:lnTo>
                  <a:lnTo>
                    <a:pt x="473647" y="543446"/>
                  </a:lnTo>
                  <a:lnTo>
                    <a:pt x="508341" y="513387"/>
                  </a:lnTo>
                  <a:lnTo>
                    <a:pt x="538102" y="478345"/>
                  </a:lnTo>
                  <a:lnTo>
                    <a:pt x="562316" y="438940"/>
                  </a:lnTo>
                  <a:lnTo>
                    <a:pt x="580371" y="395790"/>
                  </a:lnTo>
                  <a:lnTo>
                    <a:pt x="591653" y="349516"/>
                  </a:lnTo>
                  <a:lnTo>
                    <a:pt x="595550" y="300735"/>
                  </a:lnTo>
                  <a:lnTo>
                    <a:pt x="591653" y="251955"/>
                  </a:lnTo>
                  <a:lnTo>
                    <a:pt x="580371" y="205681"/>
                  </a:lnTo>
                  <a:lnTo>
                    <a:pt x="562316" y="162531"/>
                  </a:lnTo>
                  <a:lnTo>
                    <a:pt x="538102" y="123126"/>
                  </a:lnTo>
                  <a:lnTo>
                    <a:pt x="508341" y="88084"/>
                  </a:lnTo>
                  <a:lnTo>
                    <a:pt x="473647" y="58025"/>
                  </a:lnTo>
                  <a:lnTo>
                    <a:pt x="434632" y="33568"/>
                  </a:lnTo>
                  <a:lnTo>
                    <a:pt x="391908" y="15331"/>
                  </a:lnTo>
                  <a:lnTo>
                    <a:pt x="346090" y="3936"/>
                  </a:lnTo>
                  <a:lnTo>
                    <a:pt x="297790" y="0"/>
                  </a:lnTo>
                  <a:close/>
                </a:path>
              </a:pathLst>
            </a:custGeom>
            <a:solidFill>
              <a:srgbClr val="E11F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51676" y="5459609"/>
              <a:ext cx="196708" cy="19866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9566237" y="5625668"/>
              <a:ext cx="367030" cy="196850"/>
            </a:xfrm>
            <a:custGeom>
              <a:avLst/>
              <a:gdLst/>
              <a:ahLst/>
              <a:cxnLst/>
              <a:rect l="l" t="t" r="r" b="b"/>
              <a:pathLst>
                <a:path w="367029" h="196850">
                  <a:moveTo>
                    <a:pt x="366420" y="27990"/>
                  </a:moveTo>
                  <a:lnTo>
                    <a:pt x="365671" y="18503"/>
                  </a:lnTo>
                  <a:lnTo>
                    <a:pt x="361213" y="9728"/>
                  </a:lnTo>
                  <a:lnTo>
                    <a:pt x="353733" y="3390"/>
                  </a:lnTo>
                  <a:lnTo>
                    <a:pt x="344741" y="533"/>
                  </a:lnTo>
                  <a:lnTo>
                    <a:pt x="335343" y="1295"/>
                  </a:lnTo>
                  <a:lnTo>
                    <a:pt x="183616" y="73329"/>
                  </a:lnTo>
                  <a:lnTo>
                    <a:pt x="40436" y="5803"/>
                  </a:lnTo>
                  <a:lnTo>
                    <a:pt x="36982" y="2755"/>
                  </a:lnTo>
                  <a:lnTo>
                    <a:pt x="32766" y="749"/>
                  </a:lnTo>
                  <a:lnTo>
                    <a:pt x="28257" y="0"/>
                  </a:lnTo>
                  <a:lnTo>
                    <a:pt x="18491" y="342"/>
                  </a:lnTo>
                  <a:lnTo>
                    <a:pt x="9931" y="4318"/>
                  </a:lnTo>
                  <a:lnTo>
                    <a:pt x="3454" y="11252"/>
                  </a:lnTo>
                  <a:lnTo>
                    <a:pt x="0" y="20472"/>
                  </a:lnTo>
                  <a:lnTo>
                    <a:pt x="355" y="30327"/>
                  </a:lnTo>
                  <a:lnTo>
                    <a:pt x="4279" y="38976"/>
                  </a:lnTo>
                  <a:lnTo>
                    <a:pt x="11137" y="45504"/>
                  </a:lnTo>
                  <a:lnTo>
                    <a:pt x="20269" y="48996"/>
                  </a:lnTo>
                  <a:lnTo>
                    <a:pt x="127711" y="99860"/>
                  </a:lnTo>
                  <a:lnTo>
                    <a:pt x="19291" y="151320"/>
                  </a:lnTo>
                  <a:lnTo>
                    <a:pt x="13271" y="155244"/>
                  </a:lnTo>
                  <a:lnTo>
                    <a:pt x="9258" y="161658"/>
                  </a:lnTo>
                  <a:lnTo>
                    <a:pt x="8293" y="168821"/>
                  </a:lnTo>
                  <a:lnTo>
                    <a:pt x="8928" y="178663"/>
                  </a:lnTo>
                  <a:lnTo>
                    <a:pt x="13106" y="187198"/>
                  </a:lnTo>
                  <a:lnTo>
                    <a:pt x="20142" y="193522"/>
                  </a:lnTo>
                  <a:lnTo>
                    <a:pt x="29375" y="196761"/>
                  </a:lnTo>
                  <a:lnTo>
                    <a:pt x="30353" y="196761"/>
                  </a:lnTo>
                  <a:lnTo>
                    <a:pt x="33832" y="196735"/>
                  </a:lnTo>
                  <a:lnTo>
                    <a:pt x="37274" y="195986"/>
                  </a:lnTo>
                  <a:lnTo>
                    <a:pt x="184327" y="126657"/>
                  </a:lnTo>
                  <a:lnTo>
                    <a:pt x="330809" y="195986"/>
                  </a:lnTo>
                  <a:lnTo>
                    <a:pt x="334238" y="196735"/>
                  </a:lnTo>
                  <a:lnTo>
                    <a:pt x="337731" y="196761"/>
                  </a:lnTo>
                  <a:lnTo>
                    <a:pt x="338950" y="196761"/>
                  </a:lnTo>
                  <a:lnTo>
                    <a:pt x="348030" y="196545"/>
                  </a:lnTo>
                  <a:lnTo>
                    <a:pt x="356260" y="191300"/>
                  </a:lnTo>
                  <a:lnTo>
                    <a:pt x="360349" y="183095"/>
                  </a:lnTo>
                  <a:lnTo>
                    <a:pt x="362318" y="173939"/>
                  </a:lnTo>
                  <a:lnTo>
                    <a:pt x="360870" y="164973"/>
                  </a:lnTo>
                  <a:lnTo>
                    <a:pt x="356336" y="157124"/>
                  </a:lnTo>
                  <a:lnTo>
                    <a:pt x="349046" y="151320"/>
                  </a:lnTo>
                  <a:lnTo>
                    <a:pt x="240525" y="100164"/>
                  </a:lnTo>
                  <a:lnTo>
                    <a:pt x="349046" y="48996"/>
                  </a:lnTo>
                  <a:lnTo>
                    <a:pt x="352044" y="48094"/>
                  </a:lnTo>
                  <a:lnTo>
                    <a:pt x="357314" y="44627"/>
                  </a:lnTo>
                  <a:lnTo>
                    <a:pt x="363588" y="37071"/>
                  </a:lnTo>
                  <a:lnTo>
                    <a:pt x="366420" y="279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88505" y="1948014"/>
              <a:ext cx="943610" cy="1115060"/>
            </a:xfrm>
            <a:custGeom>
              <a:avLst/>
              <a:gdLst/>
              <a:ahLst/>
              <a:cxnLst/>
              <a:rect l="l" t="t" r="r" b="b"/>
              <a:pathLst>
                <a:path w="943610" h="1115060">
                  <a:moveTo>
                    <a:pt x="762495" y="472109"/>
                  </a:moveTo>
                  <a:lnTo>
                    <a:pt x="714121" y="476758"/>
                  </a:lnTo>
                  <a:lnTo>
                    <a:pt x="665670" y="480364"/>
                  </a:lnTo>
                  <a:lnTo>
                    <a:pt x="617169" y="482930"/>
                  </a:lnTo>
                  <a:lnTo>
                    <a:pt x="568629" y="484454"/>
                  </a:lnTo>
                  <a:lnTo>
                    <a:pt x="520052" y="484924"/>
                  </a:lnTo>
                  <a:lnTo>
                    <a:pt x="480580" y="484454"/>
                  </a:lnTo>
                  <a:lnTo>
                    <a:pt x="462368" y="484454"/>
                  </a:lnTo>
                  <a:lnTo>
                    <a:pt x="422859" y="484924"/>
                  </a:lnTo>
                  <a:lnTo>
                    <a:pt x="374243" y="484454"/>
                  </a:lnTo>
                  <a:lnTo>
                    <a:pt x="325666" y="482930"/>
                  </a:lnTo>
                  <a:lnTo>
                    <a:pt x="277139" y="480364"/>
                  </a:lnTo>
                  <a:lnTo>
                    <a:pt x="228663" y="476758"/>
                  </a:lnTo>
                  <a:lnTo>
                    <a:pt x="180263" y="472109"/>
                  </a:lnTo>
                  <a:lnTo>
                    <a:pt x="180263" y="474586"/>
                  </a:lnTo>
                  <a:lnTo>
                    <a:pt x="183438" y="525805"/>
                  </a:lnTo>
                  <a:lnTo>
                    <a:pt x="192633" y="574713"/>
                  </a:lnTo>
                  <a:lnTo>
                    <a:pt x="207403" y="620750"/>
                  </a:lnTo>
                  <a:lnTo>
                    <a:pt x="227279" y="663397"/>
                  </a:lnTo>
                  <a:lnTo>
                    <a:pt x="251828" y="702094"/>
                  </a:lnTo>
                  <a:lnTo>
                    <a:pt x="280581" y="736320"/>
                  </a:lnTo>
                  <a:lnTo>
                    <a:pt x="313093" y="765530"/>
                  </a:lnTo>
                  <a:lnTo>
                    <a:pt x="348919" y="789190"/>
                  </a:lnTo>
                  <a:lnTo>
                    <a:pt x="387591" y="806754"/>
                  </a:lnTo>
                  <a:lnTo>
                    <a:pt x="428663" y="817689"/>
                  </a:lnTo>
                  <a:lnTo>
                    <a:pt x="471665" y="821461"/>
                  </a:lnTo>
                  <a:lnTo>
                    <a:pt x="514692" y="817689"/>
                  </a:lnTo>
                  <a:lnTo>
                    <a:pt x="555739" y="806754"/>
                  </a:lnTo>
                  <a:lnTo>
                    <a:pt x="594372" y="789190"/>
                  </a:lnTo>
                  <a:lnTo>
                    <a:pt x="630123" y="765530"/>
                  </a:lnTo>
                  <a:lnTo>
                    <a:pt x="662559" y="736320"/>
                  </a:lnTo>
                  <a:lnTo>
                    <a:pt x="691235" y="702094"/>
                  </a:lnTo>
                  <a:lnTo>
                    <a:pt x="715695" y="663397"/>
                  </a:lnTo>
                  <a:lnTo>
                    <a:pt x="735495" y="620750"/>
                  </a:lnTo>
                  <a:lnTo>
                    <a:pt x="750201" y="574713"/>
                  </a:lnTo>
                  <a:lnTo>
                    <a:pt x="759345" y="525805"/>
                  </a:lnTo>
                  <a:lnTo>
                    <a:pt x="761860" y="484924"/>
                  </a:lnTo>
                  <a:lnTo>
                    <a:pt x="762495" y="474586"/>
                  </a:lnTo>
                  <a:lnTo>
                    <a:pt x="762495" y="472109"/>
                  </a:lnTo>
                  <a:close/>
                </a:path>
                <a:path w="943610" h="1115060">
                  <a:moveTo>
                    <a:pt x="881341" y="365404"/>
                  </a:moveTo>
                  <a:lnTo>
                    <a:pt x="859536" y="319900"/>
                  </a:lnTo>
                  <a:lnTo>
                    <a:pt x="811555" y="290436"/>
                  </a:lnTo>
                  <a:lnTo>
                    <a:pt x="763574" y="274548"/>
                  </a:lnTo>
                  <a:lnTo>
                    <a:pt x="741768" y="269798"/>
                  </a:lnTo>
                  <a:lnTo>
                    <a:pt x="739686" y="213931"/>
                  </a:lnTo>
                  <a:lnTo>
                    <a:pt x="733501" y="161899"/>
                  </a:lnTo>
                  <a:lnTo>
                    <a:pt x="723303" y="114935"/>
                  </a:lnTo>
                  <a:lnTo>
                    <a:pt x="709155" y="74295"/>
                  </a:lnTo>
                  <a:lnTo>
                    <a:pt x="669378" y="16992"/>
                  </a:lnTo>
                  <a:lnTo>
                    <a:pt x="614832" y="0"/>
                  </a:lnTo>
                  <a:lnTo>
                    <a:pt x="555358" y="18681"/>
                  </a:lnTo>
                  <a:lnTo>
                    <a:pt x="527926" y="25412"/>
                  </a:lnTo>
                  <a:lnTo>
                    <a:pt x="500037" y="29895"/>
                  </a:lnTo>
                  <a:lnTo>
                    <a:pt x="471855" y="32118"/>
                  </a:lnTo>
                  <a:lnTo>
                    <a:pt x="443611" y="29921"/>
                  </a:lnTo>
                  <a:lnTo>
                    <a:pt x="415683" y="25438"/>
                  </a:lnTo>
                  <a:lnTo>
                    <a:pt x="388188" y="18694"/>
                  </a:lnTo>
                  <a:lnTo>
                    <a:pt x="328574" y="12"/>
                  </a:lnTo>
                  <a:lnTo>
                    <a:pt x="299440" y="2895"/>
                  </a:lnTo>
                  <a:lnTo>
                    <a:pt x="252196" y="41414"/>
                  </a:lnTo>
                  <a:lnTo>
                    <a:pt x="220116" y="115176"/>
                  </a:lnTo>
                  <a:lnTo>
                    <a:pt x="209956" y="162115"/>
                  </a:lnTo>
                  <a:lnTo>
                    <a:pt x="203796" y="214083"/>
                  </a:lnTo>
                  <a:lnTo>
                    <a:pt x="201739" y="269798"/>
                  </a:lnTo>
                  <a:lnTo>
                    <a:pt x="179933" y="274548"/>
                  </a:lnTo>
                  <a:lnTo>
                    <a:pt x="131953" y="290436"/>
                  </a:lnTo>
                  <a:lnTo>
                    <a:pt x="83972" y="319900"/>
                  </a:lnTo>
                  <a:lnTo>
                    <a:pt x="62166" y="365404"/>
                  </a:lnTo>
                  <a:lnTo>
                    <a:pt x="69227" y="391325"/>
                  </a:lnTo>
                  <a:lnTo>
                    <a:pt x="119786" y="428218"/>
                  </a:lnTo>
                  <a:lnTo>
                    <a:pt x="159334" y="440359"/>
                  </a:lnTo>
                  <a:lnTo>
                    <a:pt x="205765" y="449059"/>
                  </a:lnTo>
                  <a:lnTo>
                    <a:pt x="257086" y="454901"/>
                  </a:lnTo>
                  <a:lnTo>
                    <a:pt x="311340" y="458431"/>
                  </a:lnTo>
                  <a:lnTo>
                    <a:pt x="522998" y="460959"/>
                  </a:lnTo>
                  <a:lnTo>
                    <a:pt x="632320" y="458685"/>
                  </a:lnTo>
                  <a:lnTo>
                    <a:pt x="686536" y="455282"/>
                  </a:lnTo>
                  <a:lnTo>
                    <a:pt x="737831" y="449567"/>
                  </a:lnTo>
                  <a:lnTo>
                    <a:pt x="784225" y="440944"/>
                  </a:lnTo>
                  <a:lnTo>
                    <a:pt x="823747" y="428815"/>
                  </a:lnTo>
                  <a:lnTo>
                    <a:pt x="874280" y="391642"/>
                  </a:lnTo>
                  <a:lnTo>
                    <a:pt x="881341" y="365404"/>
                  </a:lnTo>
                  <a:close/>
                </a:path>
                <a:path w="943610" h="1115060">
                  <a:moveTo>
                    <a:pt x="943508" y="1114971"/>
                  </a:moveTo>
                  <a:lnTo>
                    <a:pt x="915225" y="964349"/>
                  </a:lnTo>
                  <a:lnTo>
                    <a:pt x="852995" y="880757"/>
                  </a:lnTo>
                  <a:lnTo>
                    <a:pt x="790778" y="844816"/>
                  </a:lnTo>
                  <a:lnTo>
                    <a:pt x="762495" y="837133"/>
                  </a:lnTo>
                  <a:lnTo>
                    <a:pt x="819670" y="820674"/>
                  </a:lnTo>
                  <a:lnTo>
                    <a:pt x="861885" y="819111"/>
                  </a:lnTo>
                  <a:lnTo>
                    <a:pt x="887349" y="820953"/>
                  </a:lnTo>
                  <a:lnTo>
                    <a:pt x="894295" y="814679"/>
                  </a:lnTo>
                  <a:lnTo>
                    <a:pt x="880960" y="788771"/>
                  </a:lnTo>
                  <a:lnTo>
                    <a:pt x="843711" y="742848"/>
                  </a:lnTo>
                  <a:lnTo>
                    <a:pt x="799846" y="707821"/>
                  </a:lnTo>
                  <a:lnTo>
                    <a:pt x="760895" y="689368"/>
                  </a:lnTo>
                  <a:lnTo>
                    <a:pt x="738378" y="693140"/>
                  </a:lnTo>
                  <a:lnTo>
                    <a:pt x="712190" y="730885"/>
                  </a:lnTo>
                  <a:lnTo>
                    <a:pt x="681494" y="764387"/>
                  </a:lnTo>
                  <a:lnTo>
                    <a:pt x="646823" y="793305"/>
                  </a:lnTo>
                  <a:lnTo>
                    <a:pt x="608647" y="817245"/>
                  </a:lnTo>
                  <a:lnTo>
                    <a:pt x="567486" y="835863"/>
                  </a:lnTo>
                  <a:lnTo>
                    <a:pt x="523836" y="848804"/>
                  </a:lnTo>
                  <a:lnTo>
                    <a:pt x="471474" y="998524"/>
                  </a:lnTo>
                  <a:lnTo>
                    <a:pt x="418922" y="848804"/>
                  </a:lnTo>
                  <a:lnTo>
                    <a:pt x="375272" y="835863"/>
                  </a:lnTo>
                  <a:lnTo>
                    <a:pt x="334098" y="817245"/>
                  </a:lnTo>
                  <a:lnTo>
                    <a:pt x="295935" y="793305"/>
                  </a:lnTo>
                  <a:lnTo>
                    <a:pt x="261251" y="764387"/>
                  </a:lnTo>
                  <a:lnTo>
                    <a:pt x="230555" y="730885"/>
                  </a:lnTo>
                  <a:lnTo>
                    <a:pt x="204368" y="693140"/>
                  </a:lnTo>
                  <a:lnTo>
                    <a:pt x="182118" y="688886"/>
                  </a:lnTo>
                  <a:lnTo>
                    <a:pt x="143598" y="706678"/>
                  </a:lnTo>
                  <a:lnTo>
                    <a:pt x="99822" y="741616"/>
                  </a:lnTo>
                  <a:lnTo>
                    <a:pt x="61785" y="788771"/>
                  </a:lnTo>
                  <a:lnTo>
                    <a:pt x="48552" y="813041"/>
                  </a:lnTo>
                  <a:lnTo>
                    <a:pt x="50088" y="821613"/>
                  </a:lnTo>
                  <a:lnTo>
                    <a:pt x="92684" y="819327"/>
                  </a:lnTo>
                  <a:lnTo>
                    <a:pt x="131381" y="822261"/>
                  </a:lnTo>
                  <a:lnTo>
                    <a:pt x="180073" y="837133"/>
                  </a:lnTo>
                  <a:lnTo>
                    <a:pt x="157505" y="842924"/>
                  </a:lnTo>
                  <a:lnTo>
                    <a:pt x="133565" y="852703"/>
                  </a:lnTo>
                  <a:lnTo>
                    <a:pt x="75222" y="894537"/>
                  </a:lnTo>
                  <a:lnTo>
                    <a:pt x="46774" y="929995"/>
                  </a:lnTo>
                  <a:lnTo>
                    <a:pt x="22771" y="977430"/>
                  </a:lnTo>
                  <a:lnTo>
                    <a:pt x="6184" y="1038517"/>
                  </a:lnTo>
                  <a:lnTo>
                    <a:pt x="0" y="1114971"/>
                  </a:lnTo>
                  <a:lnTo>
                    <a:pt x="943508" y="111497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719734" y="3074923"/>
            <a:ext cx="863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Attacker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443221" y="2059889"/>
            <a:ext cx="30797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25" dirty="0">
                <a:solidFill>
                  <a:srgbClr val="E7E6E6"/>
                </a:solidFill>
                <a:latin typeface="Calibri"/>
                <a:cs typeface="Calibri"/>
              </a:rPr>
              <a:t>BOT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8023012" y="1876370"/>
            <a:ext cx="1376680" cy="1337310"/>
            <a:chOff x="8023012" y="1876370"/>
            <a:chExt cx="1376680" cy="1337310"/>
          </a:xfrm>
        </p:grpSpPr>
        <p:sp>
          <p:nvSpPr>
            <p:cNvPr id="74" name="object 74"/>
            <p:cNvSpPr/>
            <p:nvPr/>
          </p:nvSpPr>
          <p:spPr>
            <a:xfrm>
              <a:off x="8737155" y="2380723"/>
              <a:ext cx="401320" cy="102235"/>
            </a:xfrm>
            <a:custGeom>
              <a:avLst/>
              <a:gdLst/>
              <a:ahLst/>
              <a:cxnLst/>
              <a:rect l="l" t="t" r="r" b="b"/>
              <a:pathLst>
                <a:path w="401320" h="102235">
                  <a:moveTo>
                    <a:pt x="401077" y="0"/>
                  </a:moveTo>
                  <a:lnTo>
                    <a:pt x="0" y="0"/>
                  </a:lnTo>
                  <a:lnTo>
                    <a:pt x="0" y="102236"/>
                  </a:lnTo>
                  <a:lnTo>
                    <a:pt x="401077" y="102236"/>
                  </a:lnTo>
                  <a:lnTo>
                    <a:pt x="401077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9046648" y="2401792"/>
              <a:ext cx="60960" cy="62865"/>
            </a:xfrm>
            <a:custGeom>
              <a:avLst/>
              <a:gdLst/>
              <a:ahLst/>
              <a:cxnLst/>
              <a:rect l="l" t="t" r="r" b="b"/>
              <a:pathLst>
                <a:path w="60959" h="62864">
                  <a:moveTo>
                    <a:pt x="30228" y="0"/>
                  </a:moveTo>
                  <a:lnTo>
                    <a:pt x="18462" y="2453"/>
                  </a:lnTo>
                  <a:lnTo>
                    <a:pt x="8854" y="9145"/>
                  </a:lnTo>
                  <a:lnTo>
                    <a:pt x="2375" y="19070"/>
                  </a:lnTo>
                  <a:lnTo>
                    <a:pt x="0" y="31224"/>
                  </a:lnTo>
                  <a:lnTo>
                    <a:pt x="2375" y="43375"/>
                  </a:lnTo>
                  <a:lnTo>
                    <a:pt x="8854" y="53296"/>
                  </a:lnTo>
                  <a:lnTo>
                    <a:pt x="18462" y="59983"/>
                  </a:lnTo>
                  <a:lnTo>
                    <a:pt x="30228" y="62435"/>
                  </a:lnTo>
                  <a:lnTo>
                    <a:pt x="41995" y="59983"/>
                  </a:lnTo>
                  <a:lnTo>
                    <a:pt x="51603" y="53296"/>
                  </a:lnTo>
                  <a:lnTo>
                    <a:pt x="58082" y="43375"/>
                  </a:lnTo>
                  <a:lnTo>
                    <a:pt x="60457" y="31224"/>
                  </a:lnTo>
                  <a:lnTo>
                    <a:pt x="58082" y="19070"/>
                  </a:lnTo>
                  <a:lnTo>
                    <a:pt x="51603" y="9145"/>
                  </a:lnTo>
                  <a:lnTo>
                    <a:pt x="41995" y="2453"/>
                  </a:lnTo>
                  <a:lnTo>
                    <a:pt x="30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9057681" y="2413188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4" h="40005">
                  <a:moveTo>
                    <a:pt x="19348" y="0"/>
                  </a:moveTo>
                  <a:lnTo>
                    <a:pt x="11681" y="1632"/>
                  </a:lnTo>
                  <a:lnTo>
                    <a:pt x="5565" y="5963"/>
                  </a:lnTo>
                  <a:lnTo>
                    <a:pt x="1465" y="12348"/>
                  </a:lnTo>
                  <a:lnTo>
                    <a:pt x="0" y="20141"/>
                  </a:lnTo>
                  <a:lnTo>
                    <a:pt x="1582" y="27904"/>
                  </a:lnTo>
                  <a:lnTo>
                    <a:pt x="5778" y="34220"/>
                  </a:lnTo>
                  <a:lnTo>
                    <a:pt x="11960" y="38450"/>
                  </a:lnTo>
                  <a:lnTo>
                    <a:pt x="19499" y="39957"/>
                  </a:lnTo>
                  <a:lnTo>
                    <a:pt x="27014" y="38330"/>
                  </a:lnTo>
                  <a:lnTo>
                    <a:pt x="33130" y="33999"/>
                  </a:lnTo>
                  <a:lnTo>
                    <a:pt x="37230" y="27616"/>
                  </a:lnTo>
                  <a:lnTo>
                    <a:pt x="38696" y="19828"/>
                  </a:lnTo>
                  <a:lnTo>
                    <a:pt x="37130" y="12098"/>
                  </a:lnTo>
                  <a:lnTo>
                    <a:pt x="32974" y="5797"/>
                  </a:lnTo>
                  <a:lnTo>
                    <a:pt x="26842" y="1554"/>
                  </a:lnTo>
                  <a:lnTo>
                    <a:pt x="19348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791558" y="2406165"/>
              <a:ext cx="234315" cy="54610"/>
            </a:xfrm>
            <a:custGeom>
              <a:avLst/>
              <a:gdLst/>
              <a:ahLst/>
              <a:cxnLst/>
              <a:rect l="l" t="t" r="r" b="b"/>
              <a:pathLst>
                <a:path w="234315" h="54610">
                  <a:moveTo>
                    <a:pt x="233934" y="0"/>
                  </a:moveTo>
                  <a:lnTo>
                    <a:pt x="0" y="0"/>
                  </a:lnTo>
                  <a:lnTo>
                    <a:pt x="0" y="54472"/>
                  </a:lnTo>
                  <a:lnTo>
                    <a:pt x="233934" y="54472"/>
                  </a:lnTo>
                  <a:lnTo>
                    <a:pt x="233934" y="47920"/>
                  </a:lnTo>
                  <a:lnTo>
                    <a:pt x="6196" y="47920"/>
                  </a:lnTo>
                  <a:lnTo>
                    <a:pt x="6196" y="5926"/>
                  </a:lnTo>
                  <a:lnTo>
                    <a:pt x="233934" y="5926"/>
                  </a:lnTo>
                  <a:lnTo>
                    <a:pt x="233934" y="0"/>
                  </a:lnTo>
                  <a:close/>
                </a:path>
                <a:path w="234315" h="54610">
                  <a:moveTo>
                    <a:pt x="233934" y="5926"/>
                  </a:moveTo>
                  <a:lnTo>
                    <a:pt x="227742" y="5926"/>
                  </a:lnTo>
                  <a:lnTo>
                    <a:pt x="227742" y="47920"/>
                  </a:lnTo>
                  <a:lnTo>
                    <a:pt x="233934" y="47920"/>
                  </a:lnTo>
                  <a:lnTo>
                    <a:pt x="233934" y="59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737155" y="2249129"/>
              <a:ext cx="401320" cy="102870"/>
            </a:xfrm>
            <a:custGeom>
              <a:avLst/>
              <a:gdLst/>
              <a:ahLst/>
              <a:cxnLst/>
              <a:rect l="l" t="t" r="r" b="b"/>
              <a:pathLst>
                <a:path w="401320" h="102869">
                  <a:moveTo>
                    <a:pt x="401077" y="0"/>
                  </a:moveTo>
                  <a:lnTo>
                    <a:pt x="0" y="0"/>
                  </a:lnTo>
                  <a:lnTo>
                    <a:pt x="0" y="102249"/>
                  </a:lnTo>
                  <a:lnTo>
                    <a:pt x="401077" y="102249"/>
                  </a:lnTo>
                  <a:lnTo>
                    <a:pt x="401077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9046648" y="2270355"/>
              <a:ext cx="60960" cy="62865"/>
            </a:xfrm>
            <a:custGeom>
              <a:avLst/>
              <a:gdLst/>
              <a:ahLst/>
              <a:cxnLst/>
              <a:rect l="l" t="t" r="r" b="b"/>
              <a:pathLst>
                <a:path w="60959" h="62864">
                  <a:moveTo>
                    <a:pt x="30228" y="0"/>
                  </a:moveTo>
                  <a:lnTo>
                    <a:pt x="18462" y="2453"/>
                  </a:lnTo>
                  <a:lnTo>
                    <a:pt x="8854" y="9145"/>
                  </a:lnTo>
                  <a:lnTo>
                    <a:pt x="2375" y="19070"/>
                  </a:lnTo>
                  <a:lnTo>
                    <a:pt x="0" y="31224"/>
                  </a:lnTo>
                  <a:lnTo>
                    <a:pt x="2375" y="43377"/>
                  </a:lnTo>
                  <a:lnTo>
                    <a:pt x="8854" y="53303"/>
                  </a:lnTo>
                  <a:lnTo>
                    <a:pt x="18462" y="59994"/>
                  </a:lnTo>
                  <a:lnTo>
                    <a:pt x="30228" y="62448"/>
                  </a:lnTo>
                  <a:lnTo>
                    <a:pt x="41995" y="59994"/>
                  </a:lnTo>
                  <a:lnTo>
                    <a:pt x="51603" y="53303"/>
                  </a:lnTo>
                  <a:lnTo>
                    <a:pt x="58082" y="43377"/>
                  </a:lnTo>
                  <a:lnTo>
                    <a:pt x="60457" y="31224"/>
                  </a:lnTo>
                  <a:lnTo>
                    <a:pt x="58082" y="19070"/>
                  </a:lnTo>
                  <a:lnTo>
                    <a:pt x="51603" y="9145"/>
                  </a:lnTo>
                  <a:lnTo>
                    <a:pt x="41995" y="2453"/>
                  </a:lnTo>
                  <a:lnTo>
                    <a:pt x="30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9057681" y="2281594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4" h="40005">
                  <a:moveTo>
                    <a:pt x="19348" y="0"/>
                  </a:moveTo>
                  <a:lnTo>
                    <a:pt x="11819" y="1571"/>
                  </a:lnTo>
                  <a:lnTo>
                    <a:pt x="5669" y="5856"/>
                  </a:lnTo>
                  <a:lnTo>
                    <a:pt x="1521" y="12209"/>
                  </a:lnTo>
                  <a:lnTo>
                    <a:pt x="0" y="19985"/>
                  </a:lnTo>
                  <a:lnTo>
                    <a:pt x="1521" y="27761"/>
                  </a:lnTo>
                  <a:lnTo>
                    <a:pt x="5669" y="34114"/>
                  </a:lnTo>
                  <a:lnTo>
                    <a:pt x="11819" y="38398"/>
                  </a:lnTo>
                  <a:lnTo>
                    <a:pt x="19348" y="39970"/>
                  </a:lnTo>
                  <a:lnTo>
                    <a:pt x="26876" y="38398"/>
                  </a:lnTo>
                  <a:lnTo>
                    <a:pt x="33026" y="34114"/>
                  </a:lnTo>
                  <a:lnTo>
                    <a:pt x="37174" y="27761"/>
                  </a:lnTo>
                  <a:lnTo>
                    <a:pt x="38696" y="19985"/>
                  </a:lnTo>
                  <a:lnTo>
                    <a:pt x="37174" y="12209"/>
                  </a:lnTo>
                  <a:lnTo>
                    <a:pt x="33026" y="5856"/>
                  </a:lnTo>
                  <a:lnTo>
                    <a:pt x="26876" y="1571"/>
                  </a:lnTo>
                  <a:lnTo>
                    <a:pt x="19348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791558" y="2274101"/>
              <a:ext cx="234315" cy="55244"/>
            </a:xfrm>
            <a:custGeom>
              <a:avLst/>
              <a:gdLst/>
              <a:ahLst/>
              <a:cxnLst/>
              <a:rect l="l" t="t" r="r" b="b"/>
              <a:pathLst>
                <a:path w="234315" h="55244">
                  <a:moveTo>
                    <a:pt x="233934" y="0"/>
                  </a:moveTo>
                  <a:lnTo>
                    <a:pt x="0" y="0"/>
                  </a:lnTo>
                  <a:lnTo>
                    <a:pt x="0" y="54955"/>
                  </a:lnTo>
                  <a:lnTo>
                    <a:pt x="233934" y="54955"/>
                  </a:lnTo>
                  <a:lnTo>
                    <a:pt x="233934" y="48546"/>
                  </a:lnTo>
                  <a:lnTo>
                    <a:pt x="6196" y="48546"/>
                  </a:lnTo>
                  <a:lnTo>
                    <a:pt x="6196" y="7179"/>
                  </a:lnTo>
                  <a:lnTo>
                    <a:pt x="233934" y="7179"/>
                  </a:lnTo>
                  <a:lnTo>
                    <a:pt x="233934" y="0"/>
                  </a:lnTo>
                  <a:close/>
                </a:path>
                <a:path w="234315" h="55244">
                  <a:moveTo>
                    <a:pt x="233934" y="7179"/>
                  </a:moveTo>
                  <a:lnTo>
                    <a:pt x="227742" y="7179"/>
                  </a:lnTo>
                  <a:lnTo>
                    <a:pt x="227742" y="48546"/>
                  </a:lnTo>
                  <a:lnTo>
                    <a:pt x="233934" y="48546"/>
                  </a:lnTo>
                  <a:lnTo>
                    <a:pt x="233934" y="7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736296" y="2114389"/>
              <a:ext cx="403225" cy="109220"/>
            </a:xfrm>
            <a:custGeom>
              <a:avLst/>
              <a:gdLst/>
              <a:ahLst/>
              <a:cxnLst/>
              <a:rect l="l" t="t" r="r" b="b"/>
              <a:pathLst>
                <a:path w="403225" h="109219">
                  <a:moveTo>
                    <a:pt x="1606" y="0"/>
                  </a:moveTo>
                  <a:lnTo>
                    <a:pt x="0" y="102223"/>
                  </a:lnTo>
                  <a:lnTo>
                    <a:pt x="401026" y="108958"/>
                  </a:lnTo>
                  <a:lnTo>
                    <a:pt x="402631" y="6722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046648" y="2138774"/>
              <a:ext cx="60960" cy="62865"/>
            </a:xfrm>
            <a:custGeom>
              <a:avLst/>
              <a:gdLst/>
              <a:ahLst/>
              <a:cxnLst/>
              <a:rect l="l" t="t" r="r" b="b"/>
              <a:pathLst>
                <a:path w="60959" h="62864">
                  <a:moveTo>
                    <a:pt x="30228" y="0"/>
                  </a:moveTo>
                  <a:lnTo>
                    <a:pt x="18462" y="2451"/>
                  </a:lnTo>
                  <a:lnTo>
                    <a:pt x="8854" y="9139"/>
                  </a:lnTo>
                  <a:lnTo>
                    <a:pt x="2375" y="19059"/>
                  </a:lnTo>
                  <a:lnTo>
                    <a:pt x="0" y="31211"/>
                  </a:lnTo>
                  <a:lnTo>
                    <a:pt x="2375" y="43364"/>
                  </a:lnTo>
                  <a:lnTo>
                    <a:pt x="8854" y="53289"/>
                  </a:lnTo>
                  <a:lnTo>
                    <a:pt x="18462" y="59981"/>
                  </a:lnTo>
                  <a:lnTo>
                    <a:pt x="30228" y="62435"/>
                  </a:lnTo>
                  <a:lnTo>
                    <a:pt x="41995" y="59981"/>
                  </a:lnTo>
                  <a:lnTo>
                    <a:pt x="51603" y="53289"/>
                  </a:lnTo>
                  <a:lnTo>
                    <a:pt x="58082" y="43364"/>
                  </a:lnTo>
                  <a:lnTo>
                    <a:pt x="60457" y="31211"/>
                  </a:lnTo>
                  <a:lnTo>
                    <a:pt x="58082" y="19059"/>
                  </a:lnTo>
                  <a:lnTo>
                    <a:pt x="51603" y="9139"/>
                  </a:lnTo>
                  <a:lnTo>
                    <a:pt x="41995" y="2451"/>
                  </a:lnTo>
                  <a:lnTo>
                    <a:pt x="30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057681" y="2150013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4" h="40005">
                  <a:moveTo>
                    <a:pt x="19348" y="0"/>
                  </a:moveTo>
                  <a:lnTo>
                    <a:pt x="11819" y="1569"/>
                  </a:lnTo>
                  <a:lnTo>
                    <a:pt x="5669" y="5849"/>
                  </a:lnTo>
                  <a:lnTo>
                    <a:pt x="1521" y="12198"/>
                  </a:lnTo>
                  <a:lnTo>
                    <a:pt x="0" y="19972"/>
                  </a:lnTo>
                  <a:lnTo>
                    <a:pt x="1521" y="27753"/>
                  </a:lnTo>
                  <a:lnTo>
                    <a:pt x="5669" y="34105"/>
                  </a:lnTo>
                  <a:lnTo>
                    <a:pt x="11819" y="38387"/>
                  </a:lnTo>
                  <a:lnTo>
                    <a:pt x="19348" y="39957"/>
                  </a:lnTo>
                  <a:lnTo>
                    <a:pt x="26876" y="38387"/>
                  </a:lnTo>
                  <a:lnTo>
                    <a:pt x="33026" y="34105"/>
                  </a:lnTo>
                  <a:lnTo>
                    <a:pt x="37174" y="27753"/>
                  </a:lnTo>
                  <a:lnTo>
                    <a:pt x="38696" y="19972"/>
                  </a:lnTo>
                  <a:lnTo>
                    <a:pt x="37174" y="12198"/>
                  </a:lnTo>
                  <a:lnTo>
                    <a:pt x="33026" y="5849"/>
                  </a:lnTo>
                  <a:lnTo>
                    <a:pt x="26876" y="1569"/>
                  </a:lnTo>
                  <a:lnTo>
                    <a:pt x="19348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791558" y="2142520"/>
              <a:ext cx="234315" cy="55244"/>
            </a:xfrm>
            <a:custGeom>
              <a:avLst/>
              <a:gdLst/>
              <a:ahLst/>
              <a:cxnLst/>
              <a:rect l="l" t="t" r="r" b="b"/>
              <a:pathLst>
                <a:path w="234315" h="55244">
                  <a:moveTo>
                    <a:pt x="233934" y="0"/>
                  </a:moveTo>
                  <a:lnTo>
                    <a:pt x="0" y="0"/>
                  </a:lnTo>
                  <a:lnTo>
                    <a:pt x="0" y="54942"/>
                  </a:lnTo>
                  <a:lnTo>
                    <a:pt x="233934" y="54942"/>
                  </a:lnTo>
                  <a:lnTo>
                    <a:pt x="233934" y="48546"/>
                  </a:lnTo>
                  <a:lnTo>
                    <a:pt x="6196" y="48546"/>
                  </a:lnTo>
                  <a:lnTo>
                    <a:pt x="6196" y="6396"/>
                  </a:lnTo>
                  <a:lnTo>
                    <a:pt x="233934" y="6396"/>
                  </a:lnTo>
                  <a:lnTo>
                    <a:pt x="233934" y="0"/>
                  </a:lnTo>
                  <a:close/>
                </a:path>
                <a:path w="234315" h="55244">
                  <a:moveTo>
                    <a:pt x="233934" y="6396"/>
                  </a:moveTo>
                  <a:lnTo>
                    <a:pt x="227742" y="6396"/>
                  </a:lnTo>
                  <a:lnTo>
                    <a:pt x="227742" y="48546"/>
                  </a:lnTo>
                  <a:lnTo>
                    <a:pt x="233934" y="48546"/>
                  </a:lnTo>
                  <a:lnTo>
                    <a:pt x="233934" y="63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737155" y="1986098"/>
              <a:ext cx="401320" cy="102870"/>
            </a:xfrm>
            <a:custGeom>
              <a:avLst/>
              <a:gdLst/>
              <a:ahLst/>
              <a:cxnLst/>
              <a:rect l="l" t="t" r="r" b="b"/>
              <a:pathLst>
                <a:path w="401320" h="102869">
                  <a:moveTo>
                    <a:pt x="401077" y="0"/>
                  </a:moveTo>
                  <a:lnTo>
                    <a:pt x="0" y="0"/>
                  </a:lnTo>
                  <a:lnTo>
                    <a:pt x="0" y="102249"/>
                  </a:lnTo>
                  <a:lnTo>
                    <a:pt x="401077" y="102249"/>
                  </a:lnTo>
                  <a:lnTo>
                    <a:pt x="401077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9046648" y="2007180"/>
              <a:ext cx="60960" cy="62865"/>
            </a:xfrm>
            <a:custGeom>
              <a:avLst/>
              <a:gdLst/>
              <a:ahLst/>
              <a:cxnLst/>
              <a:rect l="l" t="t" r="r" b="b"/>
              <a:pathLst>
                <a:path w="60959" h="62864">
                  <a:moveTo>
                    <a:pt x="30228" y="0"/>
                  </a:moveTo>
                  <a:lnTo>
                    <a:pt x="18462" y="2453"/>
                  </a:lnTo>
                  <a:lnTo>
                    <a:pt x="8854" y="9144"/>
                  </a:lnTo>
                  <a:lnTo>
                    <a:pt x="2375" y="19065"/>
                  </a:lnTo>
                  <a:lnTo>
                    <a:pt x="0" y="31211"/>
                  </a:lnTo>
                  <a:lnTo>
                    <a:pt x="2375" y="43364"/>
                  </a:lnTo>
                  <a:lnTo>
                    <a:pt x="8854" y="53289"/>
                  </a:lnTo>
                  <a:lnTo>
                    <a:pt x="18462" y="59981"/>
                  </a:lnTo>
                  <a:lnTo>
                    <a:pt x="30228" y="62435"/>
                  </a:lnTo>
                  <a:lnTo>
                    <a:pt x="41995" y="59981"/>
                  </a:lnTo>
                  <a:lnTo>
                    <a:pt x="51603" y="53289"/>
                  </a:lnTo>
                  <a:lnTo>
                    <a:pt x="58082" y="43364"/>
                  </a:lnTo>
                  <a:lnTo>
                    <a:pt x="60457" y="31211"/>
                  </a:lnTo>
                  <a:lnTo>
                    <a:pt x="58082" y="19065"/>
                  </a:lnTo>
                  <a:lnTo>
                    <a:pt x="51603" y="9144"/>
                  </a:lnTo>
                  <a:lnTo>
                    <a:pt x="41995" y="2453"/>
                  </a:lnTo>
                  <a:lnTo>
                    <a:pt x="30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9057681" y="2018419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4" h="40005">
                  <a:moveTo>
                    <a:pt x="19348" y="0"/>
                  </a:moveTo>
                  <a:lnTo>
                    <a:pt x="11819" y="1569"/>
                  </a:lnTo>
                  <a:lnTo>
                    <a:pt x="5669" y="5849"/>
                  </a:lnTo>
                  <a:lnTo>
                    <a:pt x="1521" y="12198"/>
                  </a:lnTo>
                  <a:lnTo>
                    <a:pt x="0" y="19972"/>
                  </a:lnTo>
                  <a:lnTo>
                    <a:pt x="1521" y="27753"/>
                  </a:lnTo>
                  <a:lnTo>
                    <a:pt x="5669" y="34105"/>
                  </a:lnTo>
                  <a:lnTo>
                    <a:pt x="11819" y="38387"/>
                  </a:lnTo>
                  <a:lnTo>
                    <a:pt x="19348" y="39957"/>
                  </a:lnTo>
                  <a:lnTo>
                    <a:pt x="26876" y="38387"/>
                  </a:lnTo>
                  <a:lnTo>
                    <a:pt x="33026" y="34105"/>
                  </a:lnTo>
                  <a:lnTo>
                    <a:pt x="37174" y="27753"/>
                  </a:lnTo>
                  <a:lnTo>
                    <a:pt x="38696" y="19972"/>
                  </a:lnTo>
                  <a:lnTo>
                    <a:pt x="37174" y="12198"/>
                  </a:lnTo>
                  <a:lnTo>
                    <a:pt x="33026" y="5849"/>
                  </a:lnTo>
                  <a:lnTo>
                    <a:pt x="26876" y="1569"/>
                  </a:lnTo>
                  <a:lnTo>
                    <a:pt x="19348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791558" y="2010926"/>
              <a:ext cx="234315" cy="55244"/>
            </a:xfrm>
            <a:custGeom>
              <a:avLst/>
              <a:gdLst/>
              <a:ahLst/>
              <a:cxnLst/>
              <a:rect l="l" t="t" r="r" b="b"/>
              <a:pathLst>
                <a:path w="234315" h="55244">
                  <a:moveTo>
                    <a:pt x="233934" y="0"/>
                  </a:moveTo>
                  <a:lnTo>
                    <a:pt x="0" y="0"/>
                  </a:lnTo>
                  <a:lnTo>
                    <a:pt x="0" y="55099"/>
                  </a:lnTo>
                  <a:lnTo>
                    <a:pt x="233934" y="55099"/>
                  </a:lnTo>
                  <a:lnTo>
                    <a:pt x="233934" y="48546"/>
                  </a:lnTo>
                  <a:lnTo>
                    <a:pt x="6196" y="48546"/>
                  </a:lnTo>
                  <a:lnTo>
                    <a:pt x="6196" y="6552"/>
                  </a:lnTo>
                  <a:lnTo>
                    <a:pt x="233934" y="6552"/>
                  </a:lnTo>
                  <a:lnTo>
                    <a:pt x="233934" y="0"/>
                  </a:lnTo>
                  <a:close/>
                </a:path>
                <a:path w="234315" h="55244">
                  <a:moveTo>
                    <a:pt x="233934" y="6552"/>
                  </a:moveTo>
                  <a:lnTo>
                    <a:pt x="227742" y="6552"/>
                  </a:lnTo>
                  <a:lnTo>
                    <a:pt x="227742" y="48546"/>
                  </a:lnTo>
                  <a:lnTo>
                    <a:pt x="233934" y="48546"/>
                  </a:lnTo>
                  <a:lnTo>
                    <a:pt x="233934" y="65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737155" y="2508101"/>
              <a:ext cx="401320" cy="414655"/>
            </a:xfrm>
            <a:custGeom>
              <a:avLst/>
              <a:gdLst/>
              <a:ahLst/>
              <a:cxnLst/>
              <a:rect l="l" t="t" r="r" b="b"/>
              <a:pathLst>
                <a:path w="401320" h="414655">
                  <a:moveTo>
                    <a:pt x="401077" y="0"/>
                  </a:moveTo>
                  <a:lnTo>
                    <a:pt x="0" y="0"/>
                  </a:lnTo>
                  <a:lnTo>
                    <a:pt x="0" y="414276"/>
                  </a:lnTo>
                  <a:lnTo>
                    <a:pt x="401077" y="414276"/>
                  </a:lnTo>
                  <a:lnTo>
                    <a:pt x="401077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899144" y="2715247"/>
              <a:ext cx="183515" cy="168275"/>
            </a:xfrm>
            <a:custGeom>
              <a:avLst/>
              <a:gdLst/>
              <a:ahLst/>
              <a:cxnLst/>
              <a:rect l="l" t="t" r="r" b="b"/>
              <a:pathLst>
                <a:path w="183515" h="168275">
                  <a:moveTo>
                    <a:pt x="6197" y="0"/>
                  </a:moveTo>
                  <a:lnTo>
                    <a:pt x="0" y="0"/>
                  </a:lnTo>
                  <a:lnTo>
                    <a:pt x="0" y="167957"/>
                  </a:lnTo>
                  <a:lnTo>
                    <a:pt x="6197" y="167957"/>
                  </a:lnTo>
                  <a:lnTo>
                    <a:pt x="6197" y="0"/>
                  </a:lnTo>
                  <a:close/>
                </a:path>
                <a:path w="183515" h="168275">
                  <a:moveTo>
                    <a:pt x="41719" y="0"/>
                  </a:moveTo>
                  <a:lnTo>
                    <a:pt x="35369" y="0"/>
                  </a:lnTo>
                  <a:lnTo>
                    <a:pt x="35369" y="167957"/>
                  </a:lnTo>
                  <a:lnTo>
                    <a:pt x="41719" y="167957"/>
                  </a:lnTo>
                  <a:lnTo>
                    <a:pt x="41719" y="0"/>
                  </a:lnTo>
                  <a:close/>
                </a:path>
                <a:path w="183515" h="168275">
                  <a:moveTo>
                    <a:pt x="77076" y="0"/>
                  </a:moveTo>
                  <a:lnTo>
                    <a:pt x="70891" y="0"/>
                  </a:lnTo>
                  <a:lnTo>
                    <a:pt x="70891" y="167957"/>
                  </a:lnTo>
                  <a:lnTo>
                    <a:pt x="77076" y="167957"/>
                  </a:lnTo>
                  <a:lnTo>
                    <a:pt x="77076" y="0"/>
                  </a:lnTo>
                  <a:close/>
                </a:path>
                <a:path w="183515" h="168275">
                  <a:moveTo>
                    <a:pt x="112445" y="0"/>
                  </a:moveTo>
                  <a:lnTo>
                    <a:pt x="106248" y="0"/>
                  </a:lnTo>
                  <a:lnTo>
                    <a:pt x="106248" y="6223"/>
                  </a:lnTo>
                  <a:lnTo>
                    <a:pt x="112445" y="6223"/>
                  </a:lnTo>
                  <a:lnTo>
                    <a:pt x="112445" y="0"/>
                  </a:lnTo>
                  <a:close/>
                </a:path>
                <a:path w="183515" h="168275">
                  <a:moveTo>
                    <a:pt x="147955" y="0"/>
                  </a:moveTo>
                  <a:lnTo>
                    <a:pt x="141757" y="0"/>
                  </a:lnTo>
                  <a:lnTo>
                    <a:pt x="141757" y="6223"/>
                  </a:lnTo>
                  <a:lnTo>
                    <a:pt x="147955" y="6223"/>
                  </a:lnTo>
                  <a:lnTo>
                    <a:pt x="147955" y="0"/>
                  </a:lnTo>
                  <a:close/>
                </a:path>
                <a:path w="183515" h="168275">
                  <a:moveTo>
                    <a:pt x="183311" y="0"/>
                  </a:moveTo>
                  <a:lnTo>
                    <a:pt x="177126" y="0"/>
                  </a:lnTo>
                  <a:lnTo>
                    <a:pt x="177126" y="6223"/>
                  </a:lnTo>
                  <a:lnTo>
                    <a:pt x="183311" y="6223"/>
                  </a:lnTo>
                  <a:lnTo>
                    <a:pt x="183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023868" y="2671807"/>
              <a:ext cx="400050" cy="102235"/>
            </a:xfrm>
            <a:custGeom>
              <a:avLst/>
              <a:gdLst/>
              <a:ahLst/>
              <a:cxnLst/>
              <a:rect l="l" t="t" r="r" b="b"/>
              <a:pathLst>
                <a:path w="400050" h="102235">
                  <a:moveTo>
                    <a:pt x="399641" y="0"/>
                  </a:moveTo>
                  <a:lnTo>
                    <a:pt x="0" y="0"/>
                  </a:lnTo>
                  <a:lnTo>
                    <a:pt x="0" y="102236"/>
                  </a:lnTo>
                  <a:lnTo>
                    <a:pt x="399641" y="102236"/>
                  </a:lnTo>
                  <a:lnTo>
                    <a:pt x="399641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8332254" y="2692876"/>
              <a:ext cx="60325" cy="62865"/>
            </a:xfrm>
            <a:custGeom>
              <a:avLst/>
              <a:gdLst/>
              <a:ahLst/>
              <a:cxnLst/>
              <a:rect l="l" t="t" r="r" b="b"/>
              <a:pathLst>
                <a:path w="60325" h="62864">
                  <a:moveTo>
                    <a:pt x="30120" y="0"/>
                  </a:moveTo>
                  <a:lnTo>
                    <a:pt x="18396" y="2453"/>
                  </a:lnTo>
                  <a:lnTo>
                    <a:pt x="8822" y="9145"/>
                  </a:lnTo>
                  <a:lnTo>
                    <a:pt x="2367" y="19070"/>
                  </a:lnTo>
                  <a:lnTo>
                    <a:pt x="0" y="31224"/>
                  </a:lnTo>
                  <a:lnTo>
                    <a:pt x="2367" y="43375"/>
                  </a:lnTo>
                  <a:lnTo>
                    <a:pt x="8822" y="53296"/>
                  </a:lnTo>
                  <a:lnTo>
                    <a:pt x="18396" y="59983"/>
                  </a:lnTo>
                  <a:lnTo>
                    <a:pt x="30120" y="62435"/>
                  </a:lnTo>
                  <a:lnTo>
                    <a:pt x="41844" y="59983"/>
                  </a:lnTo>
                  <a:lnTo>
                    <a:pt x="51419" y="53296"/>
                  </a:lnTo>
                  <a:lnTo>
                    <a:pt x="57874" y="43375"/>
                  </a:lnTo>
                  <a:lnTo>
                    <a:pt x="60241" y="31224"/>
                  </a:lnTo>
                  <a:lnTo>
                    <a:pt x="57874" y="19070"/>
                  </a:lnTo>
                  <a:lnTo>
                    <a:pt x="51419" y="9145"/>
                  </a:lnTo>
                  <a:lnTo>
                    <a:pt x="41844" y="2453"/>
                  </a:lnTo>
                  <a:lnTo>
                    <a:pt x="30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343247" y="2704272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4" h="40005">
                  <a:moveTo>
                    <a:pt x="19278" y="0"/>
                  </a:moveTo>
                  <a:lnTo>
                    <a:pt x="11639" y="1632"/>
                  </a:lnTo>
                  <a:lnTo>
                    <a:pt x="5545" y="5963"/>
                  </a:lnTo>
                  <a:lnTo>
                    <a:pt x="1460" y="12348"/>
                  </a:lnTo>
                  <a:lnTo>
                    <a:pt x="0" y="20141"/>
                  </a:lnTo>
                  <a:lnTo>
                    <a:pt x="1576" y="27904"/>
                  </a:lnTo>
                  <a:lnTo>
                    <a:pt x="5757" y="34220"/>
                  </a:lnTo>
                  <a:lnTo>
                    <a:pt x="11917" y="38450"/>
                  </a:lnTo>
                  <a:lnTo>
                    <a:pt x="19429" y="39957"/>
                  </a:lnTo>
                  <a:lnTo>
                    <a:pt x="26918" y="38330"/>
                  </a:lnTo>
                  <a:lnTo>
                    <a:pt x="33012" y="33999"/>
                  </a:lnTo>
                  <a:lnTo>
                    <a:pt x="37097" y="27616"/>
                  </a:lnTo>
                  <a:lnTo>
                    <a:pt x="38557" y="19828"/>
                  </a:lnTo>
                  <a:lnTo>
                    <a:pt x="36997" y="12098"/>
                  </a:lnTo>
                  <a:lnTo>
                    <a:pt x="32856" y="5797"/>
                  </a:lnTo>
                  <a:lnTo>
                    <a:pt x="26746" y="1554"/>
                  </a:lnTo>
                  <a:lnTo>
                    <a:pt x="19278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078077" y="2697249"/>
              <a:ext cx="233679" cy="54610"/>
            </a:xfrm>
            <a:custGeom>
              <a:avLst/>
              <a:gdLst/>
              <a:ahLst/>
              <a:cxnLst/>
              <a:rect l="l" t="t" r="r" b="b"/>
              <a:pathLst>
                <a:path w="233679" h="54610">
                  <a:moveTo>
                    <a:pt x="233097" y="0"/>
                  </a:moveTo>
                  <a:lnTo>
                    <a:pt x="0" y="0"/>
                  </a:lnTo>
                  <a:lnTo>
                    <a:pt x="0" y="54472"/>
                  </a:lnTo>
                  <a:lnTo>
                    <a:pt x="233097" y="54472"/>
                  </a:lnTo>
                  <a:lnTo>
                    <a:pt x="233097" y="47920"/>
                  </a:lnTo>
                  <a:lnTo>
                    <a:pt x="6174" y="47920"/>
                  </a:lnTo>
                  <a:lnTo>
                    <a:pt x="6174" y="5926"/>
                  </a:lnTo>
                  <a:lnTo>
                    <a:pt x="233097" y="5926"/>
                  </a:lnTo>
                  <a:lnTo>
                    <a:pt x="233097" y="0"/>
                  </a:lnTo>
                  <a:close/>
                </a:path>
                <a:path w="233679" h="54610">
                  <a:moveTo>
                    <a:pt x="233097" y="5926"/>
                  </a:moveTo>
                  <a:lnTo>
                    <a:pt x="226927" y="5926"/>
                  </a:lnTo>
                  <a:lnTo>
                    <a:pt x="226927" y="47920"/>
                  </a:lnTo>
                  <a:lnTo>
                    <a:pt x="233097" y="47920"/>
                  </a:lnTo>
                  <a:lnTo>
                    <a:pt x="233097" y="59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8023868" y="2540213"/>
              <a:ext cx="400050" cy="102870"/>
            </a:xfrm>
            <a:custGeom>
              <a:avLst/>
              <a:gdLst/>
              <a:ahLst/>
              <a:cxnLst/>
              <a:rect l="l" t="t" r="r" b="b"/>
              <a:pathLst>
                <a:path w="400050" h="102869">
                  <a:moveTo>
                    <a:pt x="399641" y="0"/>
                  </a:moveTo>
                  <a:lnTo>
                    <a:pt x="0" y="0"/>
                  </a:lnTo>
                  <a:lnTo>
                    <a:pt x="0" y="102249"/>
                  </a:lnTo>
                  <a:lnTo>
                    <a:pt x="399641" y="102249"/>
                  </a:lnTo>
                  <a:lnTo>
                    <a:pt x="399641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332254" y="2561439"/>
              <a:ext cx="60325" cy="62865"/>
            </a:xfrm>
            <a:custGeom>
              <a:avLst/>
              <a:gdLst/>
              <a:ahLst/>
              <a:cxnLst/>
              <a:rect l="l" t="t" r="r" b="b"/>
              <a:pathLst>
                <a:path w="60325" h="62864">
                  <a:moveTo>
                    <a:pt x="30120" y="0"/>
                  </a:moveTo>
                  <a:lnTo>
                    <a:pt x="18396" y="2453"/>
                  </a:lnTo>
                  <a:lnTo>
                    <a:pt x="8822" y="9145"/>
                  </a:lnTo>
                  <a:lnTo>
                    <a:pt x="2367" y="19070"/>
                  </a:lnTo>
                  <a:lnTo>
                    <a:pt x="0" y="31224"/>
                  </a:lnTo>
                  <a:lnTo>
                    <a:pt x="2367" y="43377"/>
                  </a:lnTo>
                  <a:lnTo>
                    <a:pt x="8822" y="53303"/>
                  </a:lnTo>
                  <a:lnTo>
                    <a:pt x="18396" y="59994"/>
                  </a:lnTo>
                  <a:lnTo>
                    <a:pt x="30120" y="62448"/>
                  </a:lnTo>
                  <a:lnTo>
                    <a:pt x="41844" y="59994"/>
                  </a:lnTo>
                  <a:lnTo>
                    <a:pt x="51419" y="53303"/>
                  </a:lnTo>
                  <a:lnTo>
                    <a:pt x="57874" y="43377"/>
                  </a:lnTo>
                  <a:lnTo>
                    <a:pt x="60241" y="31224"/>
                  </a:lnTo>
                  <a:lnTo>
                    <a:pt x="57874" y="19070"/>
                  </a:lnTo>
                  <a:lnTo>
                    <a:pt x="51419" y="9145"/>
                  </a:lnTo>
                  <a:lnTo>
                    <a:pt x="41844" y="2453"/>
                  </a:lnTo>
                  <a:lnTo>
                    <a:pt x="30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343247" y="2572678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4" h="40005">
                  <a:moveTo>
                    <a:pt x="19278" y="0"/>
                  </a:moveTo>
                  <a:lnTo>
                    <a:pt x="11777" y="1571"/>
                  </a:lnTo>
                  <a:lnTo>
                    <a:pt x="5649" y="5856"/>
                  </a:lnTo>
                  <a:lnTo>
                    <a:pt x="1515" y="12209"/>
                  </a:lnTo>
                  <a:lnTo>
                    <a:pt x="0" y="19985"/>
                  </a:lnTo>
                  <a:lnTo>
                    <a:pt x="1515" y="27761"/>
                  </a:lnTo>
                  <a:lnTo>
                    <a:pt x="5649" y="34114"/>
                  </a:lnTo>
                  <a:lnTo>
                    <a:pt x="11777" y="38398"/>
                  </a:lnTo>
                  <a:lnTo>
                    <a:pt x="19278" y="39970"/>
                  </a:lnTo>
                  <a:lnTo>
                    <a:pt x="26780" y="38398"/>
                  </a:lnTo>
                  <a:lnTo>
                    <a:pt x="32908" y="34114"/>
                  </a:lnTo>
                  <a:lnTo>
                    <a:pt x="37041" y="27761"/>
                  </a:lnTo>
                  <a:lnTo>
                    <a:pt x="38557" y="19985"/>
                  </a:lnTo>
                  <a:lnTo>
                    <a:pt x="37041" y="12209"/>
                  </a:lnTo>
                  <a:lnTo>
                    <a:pt x="32908" y="5856"/>
                  </a:lnTo>
                  <a:lnTo>
                    <a:pt x="26780" y="1571"/>
                  </a:lnTo>
                  <a:lnTo>
                    <a:pt x="19278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8078077" y="2565185"/>
              <a:ext cx="233679" cy="55244"/>
            </a:xfrm>
            <a:custGeom>
              <a:avLst/>
              <a:gdLst/>
              <a:ahLst/>
              <a:cxnLst/>
              <a:rect l="l" t="t" r="r" b="b"/>
              <a:pathLst>
                <a:path w="233679" h="55244">
                  <a:moveTo>
                    <a:pt x="233097" y="0"/>
                  </a:moveTo>
                  <a:lnTo>
                    <a:pt x="0" y="0"/>
                  </a:lnTo>
                  <a:lnTo>
                    <a:pt x="0" y="54955"/>
                  </a:lnTo>
                  <a:lnTo>
                    <a:pt x="233097" y="54955"/>
                  </a:lnTo>
                  <a:lnTo>
                    <a:pt x="233097" y="48546"/>
                  </a:lnTo>
                  <a:lnTo>
                    <a:pt x="6174" y="48546"/>
                  </a:lnTo>
                  <a:lnTo>
                    <a:pt x="6174" y="7179"/>
                  </a:lnTo>
                  <a:lnTo>
                    <a:pt x="233097" y="7179"/>
                  </a:lnTo>
                  <a:lnTo>
                    <a:pt x="233097" y="0"/>
                  </a:lnTo>
                  <a:close/>
                </a:path>
                <a:path w="233679" h="55244">
                  <a:moveTo>
                    <a:pt x="233097" y="7179"/>
                  </a:moveTo>
                  <a:lnTo>
                    <a:pt x="226927" y="7179"/>
                  </a:lnTo>
                  <a:lnTo>
                    <a:pt x="226927" y="48546"/>
                  </a:lnTo>
                  <a:lnTo>
                    <a:pt x="233097" y="48546"/>
                  </a:lnTo>
                  <a:lnTo>
                    <a:pt x="233097" y="7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023012" y="2405473"/>
              <a:ext cx="401320" cy="109220"/>
            </a:xfrm>
            <a:custGeom>
              <a:avLst/>
              <a:gdLst/>
              <a:ahLst/>
              <a:cxnLst/>
              <a:rect l="l" t="t" r="r" b="b"/>
              <a:pathLst>
                <a:path w="401320" h="109219">
                  <a:moveTo>
                    <a:pt x="1600" y="0"/>
                  </a:moveTo>
                  <a:lnTo>
                    <a:pt x="0" y="102223"/>
                  </a:lnTo>
                  <a:lnTo>
                    <a:pt x="399591" y="108958"/>
                  </a:lnTo>
                  <a:lnTo>
                    <a:pt x="401190" y="6722"/>
                  </a:lnTo>
                  <a:lnTo>
                    <a:pt x="1600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332254" y="2429858"/>
              <a:ext cx="60325" cy="62865"/>
            </a:xfrm>
            <a:custGeom>
              <a:avLst/>
              <a:gdLst/>
              <a:ahLst/>
              <a:cxnLst/>
              <a:rect l="l" t="t" r="r" b="b"/>
              <a:pathLst>
                <a:path w="60325" h="62864">
                  <a:moveTo>
                    <a:pt x="30120" y="0"/>
                  </a:moveTo>
                  <a:lnTo>
                    <a:pt x="18396" y="2451"/>
                  </a:lnTo>
                  <a:lnTo>
                    <a:pt x="8822" y="9139"/>
                  </a:lnTo>
                  <a:lnTo>
                    <a:pt x="2367" y="19059"/>
                  </a:lnTo>
                  <a:lnTo>
                    <a:pt x="0" y="31211"/>
                  </a:lnTo>
                  <a:lnTo>
                    <a:pt x="2367" y="43364"/>
                  </a:lnTo>
                  <a:lnTo>
                    <a:pt x="8822" y="53289"/>
                  </a:lnTo>
                  <a:lnTo>
                    <a:pt x="18396" y="59981"/>
                  </a:lnTo>
                  <a:lnTo>
                    <a:pt x="30120" y="62435"/>
                  </a:lnTo>
                  <a:lnTo>
                    <a:pt x="41844" y="59981"/>
                  </a:lnTo>
                  <a:lnTo>
                    <a:pt x="51419" y="53289"/>
                  </a:lnTo>
                  <a:lnTo>
                    <a:pt x="57874" y="43364"/>
                  </a:lnTo>
                  <a:lnTo>
                    <a:pt x="60241" y="31211"/>
                  </a:lnTo>
                  <a:lnTo>
                    <a:pt x="57874" y="19059"/>
                  </a:lnTo>
                  <a:lnTo>
                    <a:pt x="51419" y="9139"/>
                  </a:lnTo>
                  <a:lnTo>
                    <a:pt x="41844" y="2451"/>
                  </a:lnTo>
                  <a:lnTo>
                    <a:pt x="30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8343247" y="2441097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4" h="40005">
                  <a:moveTo>
                    <a:pt x="19278" y="0"/>
                  </a:moveTo>
                  <a:lnTo>
                    <a:pt x="11777" y="1569"/>
                  </a:lnTo>
                  <a:lnTo>
                    <a:pt x="5649" y="5849"/>
                  </a:lnTo>
                  <a:lnTo>
                    <a:pt x="1515" y="12198"/>
                  </a:lnTo>
                  <a:lnTo>
                    <a:pt x="0" y="19972"/>
                  </a:lnTo>
                  <a:lnTo>
                    <a:pt x="1515" y="27753"/>
                  </a:lnTo>
                  <a:lnTo>
                    <a:pt x="5649" y="34105"/>
                  </a:lnTo>
                  <a:lnTo>
                    <a:pt x="11777" y="38387"/>
                  </a:lnTo>
                  <a:lnTo>
                    <a:pt x="19278" y="39957"/>
                  </a:lnTo>
                  <a:lnTo>
                    <a:pt x="26780" y="38387"/>
                  </a:lnTo>
                  <a:lnTo>
                    <a:pt x="32908" y="34105"/>
                  </a:lnTo>
                  <a:lnTo>
                    <a:pt x="37041" y="27753"/>
                  </a:lnTo>
                  <a:lnTo>
                    <a:pt x="38557" y="19972"/>
                  </a:lnTo>
                  <a:lnTo>
                    <a:pt x="37041" y="12198"/>
                  </a:lnTo>
                  <a:lnTo>
                    <a:pt x="32908" y="5849"/>
                  </a:lnTo>
                  <a:lnTo>
                    <a:pt x="26780" y="1569"/>
                  </a:lnTo>
                  <a:lnTo>
                    <a:pt x="19278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078077" y="2433604"/>
              <a:ext cx="233679" cy="55244"/>
            </a:xfrm>
            <a:custGeom>
              <a:avLst/>
              <a:gdLst/>
              <a:ahLst/>
              <a:cxnLst/>
              <a:rect l="l" t="t" r="r" b="b"/>
              <a:pathLst>
                <a:path w="233679" h="55244">
                  <a:moveTo>
                    <a:pt x="233097" y="0"/>
                  </a:moveTo>
                  <a:lnTo>
                    <a:pt x="0" y="0"/>
                  </a:lnTo>
                  <a:lnTo>
                    <a:pt x="0" y="54942"/>
                  </a:lnTo>
                  <a:lnTo>
                    <a:pt x="233097" y="54942"/>
                  </a:lnTo>
                  <a:lnTo>
                    <a:pt x="233097" y="48546"/>
                  </a:lnTo>
                  <a:lnTo>
                    <a:pt x="6174" y="48546"/>
                  </a:lnTo>
                  <a:lnTo>
                    <a:pt x="6174" y="6396"/>
                  </a:lnTo>
                  <a:lnTo>
                    <a:pt x="233097" y="6396"/>
                  </a:lnTo>
                  <a:lnTo>
                    <a:pt x="233097" y="0"/>
                  </a:lnTo>
                  <a:close/>
                </a:path>
                <a:path w="233679" h="55244">
                  <a:moveTo>
                    <a:pt x="233097" y="6396"/>
                  </a:moveTo>
                  <a:lnTo>
                    <a:pt x="226927" y="6396"/>
                  </a:lnTo>
                  <a:lnTo>
                    <a:pt x="226927" y="48546"/>
                  </a:lnTo>
                  <a:lnTo>
                    <a:pt x="233097" y="48546"/>
                  </a:lnTo>
                  <a:lnTo>
                    <a:pt x="233097" y="63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8023868" y="2277182"/>
              <a:ext cx="400050" cy="102870"/>
            </a:xfrm>
            <a:custGeom>
              <a:avLst/>
              <a:gdLst/>
              <a:ahLst/>
              <a:cxnLst/>
              <a:rect l="l" t="t" r="r" b="b"/>
              <a:pathLst>
                <a:path w="400050" h="102869">
                  <a:moveTo>
                    <a:pt x="399641" y="0"/>
                  </a:moveTo>
                  <a:lnTo>
                    <a:pt x="0" y="0"/>
                  </a:lnTo>
                  <a:lnTo>
                    <a:pt x="0" y="102249"/>
                  </a:lnTo>
                  <a:lnTo>
                    <a:pt x="399641" y="102249"/>
                  </a:lnTo>
                  <a:lnTo>
                    <a:pt x="399641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332254" y="2298264"/>
              <a:ext cx="60325" cy="62865"/>
            </a:xfrm>
            <a:custGeom>
              <a:avLst/>
              <a:gdLst/>
              <a:ahLst/>
              <a:cxnLst/>
              <a:rect l="l" t="t" r="r" b="b"/>
              <a:pathLst>
                <a:path w="60325" h="62864">
                  <a:moveTo>
                    <a:pt x="30120" y="0"/>
                  </a:moveTo>
                  <a:lnTo>
                    <a:pt x="18396" y="2453"/>
                  </a:lnTo>
                  <a:lnTo>
                    <a:pt x="8822" y="9144"/>
                  </a:lnTo>
                  <a:lnTo>
                    <a:pt x="2367" y="19065"/>
                  </a:lnTo>
                  <a:lnTo>
                    <a:pt x="0" y="31211"/>
                  </a:lnTo>
                  <a:lnTo>
                    <a:pt x="2367" y="43364"/>
                  </a:lnTo>
                  <a:lnTo>
                    <a:pt x="8822" y="53289"/>
                  </a:lnTo>
                  <a:lnTo>
                    <a:pt x="18396" y="59981"/>
                  </a:lnTo>
                  <a:lnTo>
                    <a:pt x="30120" y="62435"/>
                  </a:lnTo>
                  <a:lnTo>
                    <a:pt x="41844" y="59981"/>
                  </a:lnTo>
                  <a:lnTo>
                    <a:pt x="51419" y="53289"/>
                  </a:lnTo>
                  <a:lnTo>
                    <a:pt x="57874" y="43364"/>
                  </a:lnTo>
                  <a:lnTo>
                    <a:pt x="60241" y="31211"/>
                  </a:lnTo>
                  <a:lnTo>
                    <a:pt x="57874" y="19065"/>
                  </a:lnTo>
                  <a:lnTo>
                    <a:pt x="51419" y="9144"/>
                  </a:lnTo>
                  <a:lnTo>
                    <a:pt x="41844" y="2453"/>
                  </a:lnTo>
                  <a:lnTo>
                    <a:pt x="30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343247" y="2309503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4" h="40005">
                  <a:moveTo>
                    <a:pt x="19278" y="0"/>
                  </a:moveTo>
                  <a:lnTo>
                    <a:pt x="11777" y="1569"/>
                  </a:lnTo>
                  <a:lnTo>
                    <a:pt x="5649" y="5849"/>
                  </a:lnTo>
                  <a:lnTo>
                    <a:pt x="1515" y="12198"/>
                  </a:lnTo>
                  <a:lnTo>
                    <a:pt x="0" y="19972"/>
                  </a:lnTo>
                  <a:lnTo>
                    <a:pt x="1515" y="27753"/>
                  </a:lnTo>
                  <a:lnTo>
                    <a:pt x="5649" y="34105"/>
                  </a:lnTo>
                  <a:lnTo>
                    <a:pt x="11777" y="38387"/>
                  </a:lnTo>
                  <a:lnTo>
                    <a:pt x="19278" y="39957"/>
                  </a:lnTo>
                  <a:lnTo>
                    <a:pt x="26780" y="38387"/>
                  </a:lnTo>
                  <a:lnTo>
                    <a:pt x="32908" y="34105"/>
                  </a:lnTo>
                  <a:lnTo>
                    <a:pt x="37041" y="27753"/>
                  </a:lnTo>
                  <a:lnTo>
                    <a:pt x="38557" y="19972"/>
                  </a:lnTo>
                  <a:lnTo>
                    <a:pt x="37041" y="12198"/>
                  </a:lnTo>
                  <a:lnTo>
                    <a:pt x="32908" y="5849"/>
                  </a:lnTo>
                  <a:lnTo>
                    <a:pt x="26780" y="1569"/>
                  </a:lnTo>
                  <a:lnTo>
                    <a:pt x="19278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078077" y="2302010"/>
              <a:ext cx="233679" cy="55244"/>
            </a:xfrm>
            <a:custGeom>
              <a:avLst/>
              <a:gdLst/>
              <a:ahLst/>
              <a:cxnLst/>
              <a:rect l="l" t="t" r="r" b="b"/>
              <a:pathLst>
                <a:path w="233679" h="55244">
                  <a:moveTo>
                    <a:pt x="233097" y="0"/>
                  </a:moveTo>
                  <a:lnTo>
                    <a:pt x="0" y="0"/>
                  </a:lnTo>
                  <a:lnTo>
                    <a:pt x="0" y="55099"/>
                  </a:lnTo>
                  <a:lnTo>
                    <a:pt x="233097" y="55099"/>
                  </a:lnTo>
                  <a:lnTo>
                    <a:pt x="233097" y="48546"/>
                  </a:lnTo>
                  <a:lnTo>
                    <a:pt x="6174" y="48546"/>
                  </a:lnTo>
                  <a:lnTo>
                    <a:pt x="6174" y="6552"/>
                  </a:lnTo>
                  <a:lnTo>
                    <a:pt x="233097" y="6552"/>
                  </a:lnTo>
                  <a:lnTo>
                    <a:pt x="233097" y="0"/>
                  </a:lnTo>
                  <a:close/>
                </a:path>
                <a:path w="233679" h="55244">
                  <a:moveTo>
                    <a:pt x="233097" y="6552"/>
                  </a:moveTo>
                  <a:lnTo>
                    <a:pt x="226927" y="6552"/>
                  </a:lnTo>
                  <a:lnTo>
                    <a:pt x="226927" y="48546"/>
                  </a:lnTo>
                  <a:lnTo>
                    <a:pt x="233097" y="48546"/>
                  </a:lnTo>
                  <a:lnTo>
                    <a:pt x="233097" y="65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8023868" y="2799185"/>
              <a:ext cx="400050" cy="414655"/>
            </a:xfrm>
            <a:custGeom>
              <a:avLst/>
              <a:gdLst/>
              <a:ahLst/>
              <a:cxnLst/>
              <a:rect l="l" t="t" r="r" b="b"/>
              <a:pathLst>
                <a:path w="400050" h="414655">
                  <a:moveTo>
                    <a:pt x="399641" y="0"/>
                  </a:moveTo>
                  <a:lnTo>
                    <a:pt x="0" y="0"/>
                  </a:lnTo>
                  <a:lnTo>
                    <a:pt x="0" y="414276"/>
                  </a:lnTo>
                  <a:lnTo>
                    <a:pt x="399641" y="414276"/>
                  </a:lnTo>
                  <a:lnTo>
                    <a:pt x="399641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8185289" y="3006331"/>
              <a:ext cx="182880" cy="168275"/>
            </a:xfrm>
            <a:custGeom>
              <a:avLst/>
              <a:gdLst/>
              <a:ahLst/>
              <a:cxnLst/>
              <a:rect l="l" t="t" r="r" b="b"/>
              <a:pathLst>
                <a:path w="182879" h="168275">
                  <a:moveTo>
                    <a:pt x="6159" y="0"/>
                  </a:moveTo>
                  <a:lnTo>
                    <a:pt x="0" y="0"/>
                  </a:lnTo>
                  <a:lnTo>
                    <a:pt x="0" y="167957"/>
                  </a:lnTo>
                  <a:lnTo>
                    <a:pt x="6159" y="167957"/>
                  </a:lnTo>
                  <a:lnTo>
                    <a:pt x="6159" y="0"/>
                  </a:lnTo>
                  <a:close/>
                </a:path>
                <a:path w="182879" h="168275">
                  <a:moveTo>
                    <a:pt x="41567" y="0"/>
                  </a:moveTo>
                  <a:lnTo>
                    <a:pt x="35229" y="0"/>
                  </a:lnTo>
                  <a:lnTo>
                    <a:pt x="35229" y="167957"/>
                  </a:lnTo>
                  <a:lnTo>
                    <a:pt x="41567" y="167957"/>
                  </a:lnTo>
                  <a:lnTo>
                    <a:pt x="41567" y="0"/>
                  </a:lnTo>
                  <a:close/>
                </a:path>
                <a:path w="182879" h="168275">
                  <a:moveTo>
                    <a:pt x="76796" y="0"/>
                  </a:moveTo>
                  <a:lnTo>
                    <a:pt x="70624" y="0"/>
                  </a:lnTo>
                  <a:lnTo>
                    <a:pt x="70624" y="167957"/>
                  </a:lnTo>
                  <a:lnTo>
                    <a:pt x="76796" y="167957"/>
                  </a:lnTo>
                  <a:lnTo>
                    <a:pt x="76796" y="0"/>
                  </a:lnTo>
                  <a:close/>
                </a:path>
                <a:path w="182879" h="168275">
                  <a:moveTo>
                    <a:pt x="112026" y="0"/>
                  </a:moveTo>
                  <a:lnTo>
                    <a:pt x="105854" y="0"/>
                  </a:lnTo>
                  <a:lnTo>
                    <a:pt x="105854" y="167957"/>
                  </a:lnTo>
                  <a:lnTo>
                    <a:pt x="112026" y="167957"/>
                  </a:lnTo>
                  <a:lnTo>
                    <a:pt x="112026" y="0"/>
                  </a:lnTo>
                  <a:close/>
                </a:path>
                <a:path w="182879" h="168275">
                  <a:moveTo>
                    <a:pt x="147408" y="0"/>
                  </a:moveTo>
                  <a:lnTo>
                    <a:pt x="141236" y="0"/>
                  </a:lnTo>
                  <a:lnTo>
                    <a:pt x="141236" y="167957"/>
                  </a:lnTo>
                  <a:lnTo>
                    <a:pt x="147408" y="167957"/>
                  </a:lnTo>
                  <a:lnTo>
                    <a:pt x="147408" y="0"/>
                  </a:lnTo>
                  <a:close/>
                </a:path>
                <a:path w="182879" h="168275">
                  <a:moveTo>
                    <a:pt x="182651" y="0"/>
                  </a:moveTo>
                  <a:lnTo>
                    <a:pt x="176479" y="0"/>
                  </a:lnTo>
                  <a:lnTo>
                    <a:pt x="176479" y="167957"/>
                  </a:lnTo>
                  <a:lnTo>
                    <a:pt x="182651" y="167957"/>
                  </a:lnTo>
                  <a:lnTo>
                    <a:pt x="1826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8999228" y="2594083"/>
              <a:ext cx="400050" cy="102235"/>
            </a:xfrm>
            <a:custGeom>
              <a:avLst/>
              <a:gdLst/>
              <a:ahLst/>
              <a:cxnLst/>
              <a:rect l="l" t="t" r="r" b="b"/>
              <a:pathLst>
                <a:path w="400050" h="102235">
                  <a:moveTo>
                    <a:pt x="399641" y="0"/>
                  </a:moveTo>
                  <a:lnTo>
                    <a:pt x="0" y="0"/>
                  </a:lnTo>
                  <a:lnTo>
                    <a:pt x="0" y="102236"/>
                  </a:lnTo>
                  <a:lnTo>
                    <a:pt x="399641" y="102236"/>
                  </a:lnTo>
                  <a:lnTo>
                    <a:pt x="399641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9307614" y="2615152"/>
              <a:ext cx="60325" cy="62865"/>
            </a:xfrm>
            <a:custGeom>
              <a:avLst/>
              <a:gdLst/>
              <a:ahLst/>
              <a:cxnLst/>
              <a:rect l="l" t="t" r="r" b="b"/>
              <a:pathLst>
                <a:path w="60325" h="62864">
                  <a:moveTo>
                    <a:pt x="30120" y="0"/>
                  </a:moveTo>
                  <a:lnTo>
                    <a:pt x="18396" y="2453"/>
                  </a:lnTo>
                  <a:lnTo>
                    <a:pt x="8822" y="9145"/>
                  </a:lnTo>
                  <a:lnTo>
                    <a:pt x="2367" y="19070"/>
                  </a:lnTo>
                  <a:lnTo>
                    <a:pt x="0" y="31224"/>
                  </a:lnTo>
                  <a:lnTo>
                    <a:pt x="2367" y="43375"/>
                  </a:lnTo>
                  <a:lnTo>
                    <a:pt x="8822" y="53296"/>
                  </a:lnTo>
                  <a:lnTo>
                    <a:pt x="18396" y="59983"/>
                  </a:lnTo>
                  <a:lnTo>
                    <a:pt x="30120" y="62435"/>
                  </a:lnTo>
                  <a:lnTo>
                    <a:pt x="41844" y="59983"/>
                  </a:lnTo>
                  <a:lnTo>
                    <a:pt x="51419" y="53296"/>
                  </a:lnTo>
                  <a:lnTo>
                    <a:pt x="57874" y="43375"/>
                  </a:lnTo>
                  <a:lnTo>
                    <a:pt x="60241" y="31224"/>
                  </a:lnTo>
                  <a:lnTo>
                    <a:pt x="57874" y="19070"/>
                  </a:lnTo>
                  <a:lnTo>
                    <a:pt x="51419" y="9145"/>
                  </a:lnTo>
                  <a:lnTo>
                    <a:pt x="41844" y="2453"/>
                  </a:lnTo>
                  <a:lnTo>
                    <a:pt x="30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9318607" y="2626548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4" h="40005">
                  <a:moveTo>
                    <a:pt x="19278" y="0"/>
                  </a:moveTo>
                  <a:lnTo>
                    <a:pt x="11639" y="1632"/>
                  </a:lnTo>
                  <a:lnTo>
                    <a:pt x="5545" y="5963"/>
                  </a:lnTo>
                  <a:lnTo>
                    <a:pt x="1460" y="12348"/>
                  </a:lnTo>
                  <a:lnTo>
                    <a:pt x="0" y="20141"/>
                  </a:lnTo>
                  <a:lnTo>
                    <a:pt x="1576" y="27904"/>
                  </a:lnTo>
                  <a:lnTo>
                    <a:pt x="5757" y="34220"/>
                  </a:lnTo>
                  <a:lnTo>
                    <a:pt x="11917" y="38450"/>
                  </a:lnTo>
                  <a:lnTo>
                    <a:pt x="19429" y="39957"/>
                  </a:lnTo>
                  <a:lnTo>
                    <a:pt x="26918" y="38330"/>
                  </a:lnTo>
                  <a:lnTo>
                    <a:pt x="33012" y="33999"/>
                  </a:lnTo>
                  <a:lnTo>
                    <a:pt x="37097" y="27616"/>
                  </a:lnTo>
                  <a:lnTo>
                    <a:pt x="38557" y="19828"/>
                  </a:lnTo>
                  <a:lnTo>
                    <a:pt x="36997" y="12098"/>
                  </a:lnTo>
                  <a:lnTo>
                    <a:pt x="32856" y="5797"/>
                  </a:lnTo>
                  <a:lnTo>
                    <a:pt x="26746" y="1554"/>
                  </a:lnTo>
                  <a:lnTo>
                    <a:pt x="19278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9053437" y="2619525"/>
              <a:ext cx="233679" cy="54610"/>
            </a:xfrm>
            <a:custGeom>
              <a:avLst/>
              <a:gdLst/>
              <a:ahLst/>
              <a:cxnLst/>
              <a:rect l="l" t="t" r="r" b="b"/>
              <a:pathLst>
                <a:path w="233679" h="54610">
                  <a:moveTo>
                    <a:pt x="233097" y="0"/>
                  </a:moveTo>
                  <a:lnTo>
                    <a:pt x="0" y="0"/>
                  </a:lnTo>
                  <a:lnTo>
                    <a:pt x="0" y="54472"/>
                  </a:lnTo>
                  <a:lnTo>
                    <a:pt x="233097" y="54472"/>
                  </a:lnTo>
                  <a:lnTo>
                    <a:pt x="233097" y="47920"/>
                  </a:lnTo>
                  <a:lnTo>
                    <a:pt x="6174" y="47920"/>
                  </a:lnTo>
                  <a:lnTo>
                    <a:pt x="6174" y="5926"/>
                  </a:lnTo>
                  <a:lnTo>
                    <a:pt x="233097" y="5926"/>
                  </a:lnTo>
                  <a:lnTo>
                    <a:pt x="233097" y="0"/>
                  </a:lnTo>
                  <a:close/>
                </a:path>
                <a:path w="233679" h="54610">
                  <a:moveTo>
                    <a:pt x="233097" y="5926"/>
                  </a:moveTo>
                  <a:lnTo>
                    <a:pt x="226927" y="5926"/>
                  </a:lnTo>
                  <a:lnTo>
                    <a:pt x="226927" y="47920"/>
                  </a:lnTo>
                  <a:lnTo>
                    <a:pt x="233097" y="47920"/>
                  </a:lnTo>
                  <a:lnTo>
                    <a:pt x="233097" y="59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8999228" y="2462489"/>
              <a:ext cx="400050" cy="102870"/>
            </a:xfrm>
            <a:custGeom>
              <a:avLst/>
              <a:gdLst/>
              <a:ahLst/>
              <a:cxnLst/>
              <a:rect l="l" t="t" r="r" b="b"/>
              <a:pathLst>
                <a:path w="400050" h="102869">
                  <a:moveTo>
                    <a:pt x="399641" y="0"/>
                  </a:moveTo>
                  <a:lnTo>
                    <a:pt x="0" y="0"/>
                  </a:lnTo>
                  <a:lnTo>
                    <a:pt x="0" y="102249"/>
                  </a:lnTo>
                  <a:lnTo>
                    <a:pt x="399641" y="102249"/>
                  </a:lnTo>
                  <a:lnTo>
                    <a:pt x="399641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9307614" y="2483715"/>
              <a:ext cx="60325" cy="62865"/>
            </a:xfrm>
            <a:custGeom>
              <a:avLst/>
              <a:gdLst/>
              <a:ahLst/>
              <a:cxnLst/>
              <a:rect l="l" t="t" r="r" b="b"/>
              <a:pathLst>
                <a:path w="60325" h="62864">
                  <a:moveTo>
                    <a:pt x="30120" y="0"/>
                  </a:moveTo>
                  <a:lnTo>
                    <a:pt x="18396" y="2453"/>
                  </a:lnTo>
                  <a:lnTo>
                    <a:pt x="8822" y="9145"/>
                  </a:lnTo>
                  <a:lnTo>
                    <a:pt x="2367" y="19070"/>
                  </a:lnTo>
                  <a:lnTo>
                    <a:pt x="0" y="31224"/>
                  </a:lnTo>
                  <a:lnTo>
                    <a:pt x="2367" y="43377"/>
                  </a:lnTo>
                  <a:lnTo>
                    <a:pt x="8822" y="53303"/>
                  </a:lnTo>
                  <a:lnTo>
                    <a:pt x="18396" y="59994"/>
                  </a:lnTo>
                  <a:lnTo>
                    <a:pt x="30120" y="62448"/>
                  </a:lnTo>
                  <a:lnTo>
                    <a:pt x="41844" y="59994"/>
                  </a:lnTo>
                  <a:lnTo>
                    <a:pt x="51419" y="53303"/>
                  </a:lnTo>
                  <a:lnTo>
                    <a:pt x="57874" y="43377"/>
                  </a:lnTo>
                  <a:lnTo>
                    <a:pt x="60241" y="31224"/>
                  </a:lnTo>
                  <a:lnTo>
                    <a:pt x="57874" y="19070"/>
                  </a:lnTo>
                  <a:lnTo>
                    <a:pt x="51419" y="9145"/>
                  </a:lnTo>
                  <a:lnTo>
                    <a:pt x="41844" y="2453"/>
                  </a:lnTo>
                  <a:lnTo>
                    <a:pt x="30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9318607" y="2494954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4" h="40005">
                  <a:moveTo>
                    <a:pt x="19278" y="0"/>
                  </a:moveTo>
                  <a:lnTo>
                    <a:pt x="11777" y="1571"/>
                  </a:lnTo>
                  <a:lnTo>
                    <a:pt x="5649" y="5856"/>
                  </a:lnTo>
                  <a:lnTo>
                    <a:pt x="1515" y="12209"/>
                  </a:lnTo>
                  <a:lnTo>
                    <a:pt x="0" y="19985"/>
                  </a:lnTo>
                  <a:lnTo>
                    <a:pt x="1515" y="27761"/>
                  </a:lnTo>
                  <a:lnTo>
                    <a:pt x="5649" y="34114"/>
                  </a:lnTo>
                  <a:lnTo>
                    <a:pt x="11777" y="38398"/>
                  </a:lnTo>
                  <a:lnTo>
                    <a:pt x="19278" y="39970"/>
                  </a:lnTo>
                  <a:lnTo>
                    <a:pt x="26780" y="38398"/>
                  </a:lnTo>
                  <a:lnTo>
                    <a:pt x="32908" y="34114"/>
                  </a:lnTo>
                  <a:lnTo>
                    <a:pt x="37041" y="27761"/>
                  </a:lnTo>
                  <a:lnTo>
                    <a:pt x="38557" y="19985"/>
                  </a:lnTo>
                  <a:lnTo>
                    <a:pt x="37041" y="12209"/>
                  </a:lnTo>
                  <a:lnTo>
                    <a:pt x="32908" y="5856"/>
                  </a:lnTo>
                  <a:lnTo>
                    <a:pt x="26780" y="1571"/>
                  </a:lnTo>
                  <a:lnTo>
                    <a:pt x="19278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9053437" y="2487461"/>
              <a:ext cx="233679" cy="55244"/>
            </a:xfrm>
            <a:custGeom>
              <a:avLst/>
              <a:gdLst/>
              <a:ahLst/>
              <a:cxnLst/>
              <a:rect l="l" t="t" r="r" b="b"/>
              <a:pathLst>
                <a:path w="233679" h="55244">
                  <a:moveTo>
                    <a:pt x="233097" y="0"/>
                  </a:moveTo>
                  <a:lnTo>
                    <a:pt x="0" y="0"/>
                  </a:lnTo>
                  <a:lnTo>
                    <a:pt x="0" y="54955"/>
                  </a:lnTo>
                  <a:lnTo>
                    <a:pt x="233097" y="54955"/>
                  </a:lnTo>
                  <a:lnTo>
                    <a:pt x="233097" y="48546"/>
                  </a:lnTo>
                  <a:lnTo>
                    <a:pt x="6174" y="48546"/>
                  </a:lnTo>
                  <a:lnTo>
                    <a:pt x="6174" y="7179"/>
                  </a:lnTo>
                  <a:lnTo>
                    <a:pt x="233097" y="7179"/>
                  </a:lnTo>
                  <a:lnTo>
                    <a:pt x="233097" y="0"/>
                  </a:lnTo>
                  <a:close/>
                </a:path>
                <a:path w="233679" h="55244">
                  <a:moveTo>
                    <a:pt x="233097" y="7179"/>
                  </a:moveTo>
                  <a:lnTo>
                    <a:pt x="226927" y="7179"/>
                  </a:lnTo>
                  <a:lnTo>
                    <a:pt x="226927" y="48546"/>
                  </a:lnTo>
                  <a:lnTo>
                    <a:pt x="233097" y="48546"/>
                  </a:lnTo>
                  <a:lnTo>
                    <a:pt x="233097" y="7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998372" y="2327749"/>
              <a:ext cx="401320" cy="109220"/>
            </a:xfrm>
            <a:custGeom>
              <a:avLst/>
              <a:gdLst/>
              <a:ahLst/>
              <a:cxnLst/>
              <a:rect l="l" t="t" r="r" b="b"/>
              <a:pathLst>
                <a:path w="401320" h="109219">
                  <a:moveTo>
                    <a:pt x="1600" y="0"/>
                  </a:moveTo>
                  <a:lnTo>
                    <a:pt x="0" y="102223"/>
                  </a:lnTo>
                  <a:lnTo>
                    <a:pt x="399591" y="108958"/>
                  </a:lnTo>
                  <a:lnTo>
                    <a:pt x="401190" y="6722"/>
                  </a:lnTo>
                  <a:lnTo>
                    <a:pt x="1600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9307614" y="2352134"/>
              <a:ext cx="60325" cy="62865"/>
            </a:xfrm>
            <a:custGeom>
              <a:avLst/>
              <a:gdLst/>
              <a:ahLst/>
              <a:cxnLst/>
              <a:rect l="l" t="t" r="r" b="b"/>
              <a:pathLst>
                <a:path w="60325" h="62864">
                  <a:moveTo>
                    <a:pt x="30120" y="0"/>
                  </a:moveTo>
                  <a:lnTo>
                    <a:pt x="18396" y="2451"/>
                  </a:lnTo>
                  <a:lnTo>
                    <a:pt x="8822" y="9139"/>
                  </a:lnTo>
                  <a:lnTo>
                    <a:pt x="2367" y="19059"/>
                  </a:lnTo>
                  <a:lnTo>
                    <a:pt x="0" y="31211"/>
                  </a:lnTo>
                  <a:lnTo>
                    <a:pt x="2367" y="43364"/>
                  </a:lnTo>
                  <a:lnTo>
                    <a:pt x="8822" y="53289"/>
                  </a:lnTo>
                  <a:lnTo>
                    <a:pt x="18396" y="59981"/>
                  </a:lnTo>
                  <a:lnTo>
                    <a:pt x="30120" y="62435"/>
                  </a:lnTo>
                  <a:lnTo>
                    <a:pt x="41844" y="59981"/>
                  </a:lnTo>
                  <a:lnTo>
                    <a:pt x="51419" y="53289"/>
                  </a:lnTo>
                  <a:lnTo>
                    <a:pt x="57874" y="43364"/>
                  </a:lnTo>
                  <a:lnTo>
                    <a:pt x="60241" y="31211"/>
                  </a:lnTo>
                  <a:lnTo>
                    <a:pt x="57874" y="19059"/>
                  </a:lnTo>
                  <a:lnTo>
                    <a:pt x="51419" y="9139"/>
                  </a:lnTo>
                  <a:lnTo>
                    <a:pt x="41844" y="2451"/>
                  </a:lnTo>
                  <a:lnTo>
                    <a:pt x="30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9318607" y="2363373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4" h="40005">
                  <a:moveTo>
                    <a:pt x="19278" y="0"/>
                  </a:moveTo>
                  <a:lnTo>
                    <a:pt x="11777" y="1569"/>
                  </a:lnTo>
                  <a:lnTo>
                    <a:pt x="5649" y="5849"/>
                  </a:lnTo>
                  <a:lnTo>
                    <a:pt x="1515" y="12198"/>
                  </a:lnTo>
                  <a:lnTo>
                    <a:pt x="0" y="19972"/>
                  </a:lnTo>
                  <a:lnTo>
                    <a:pt x="1515" y="27753"/>
                  </a:lnTo>
                  <a:lnTo>
                    <a:pt x="5649" y="34105"/>
                  </a:lnTo>
                  <a:lnTo>
                    <a:pt x="11777" y="38387"/>
                  </a:lnTo>
                  <a:lnTo>
                    <a:pt x="19278" y="39957"/>
                  </a:lnTo>
                  <a:lnTo>
                    <a:pt x="26780" y="38387"/>
                  </a:lnTo>
                  <a:lnTo>
                    <a:pt x="32908" y="34105"/>
                  </a:lnTo>
                  <a:lnTo>
                    <a:pt x="37041" y="27753"/>
                  </a:lnTo>
                  <a:lnTo>
                    <a:pt x="38557" y="19972"/>
                  </a:lnTo>
                  <a:lnTo>
                    <a:pt x="37041" y="12198"/>
                  </a:lnTo>
                  <a:lnTo>
                    <a:pt x="32908" y="5849"/>
                  </a:lnTo>
                  <a:lnTo>
                    <a:pt x="26780" y="1569"/>
                  </a:lnTo>
                  <a:lnTo>
                    <a:pt x="19278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9053437" y="2355880"/>
              <a:ext cx="233679" cy="55244"/>
            </a:xfrm>
            <a:custGeom>
              <a:avLst/>
              <a:gdLst/>
              <a:ahLst/>
              <a:cxnLst/>
              <a:rect l="l" t="t" r="r" b="b"/>
              <a:pathLst>
                <a:path w="233679" h="55244">
                  <a:moveTo>
                    <a:pt x="233097" y="0"/>
                  </a:moveTo>
                  <a:lnTo>
                    <a:pt x="0" y="0"/>
                  </a:lnTo>
                  <a:lnTo>
                    <a:pt x="0" y="54942"/>
                  </a:lnTo>
                  <a:lnTo>
                    <a:pt x="233097" y="54942"/>
                  </a:lnTo>
                  <a:lnTo>
                    <a:pt x="233097" y="48546"/>
                  </a:lnTo>
                  <a:lnTo>
                    <a:pt x="6174" y="48546"/>
                  </a:lnTo>
                  <a:lnTo>
                    <a:pt x="6174" y="6396"/>
                  </a:lnTo>
                  <a:lnTo>
                    <a:pt x="233097" y="6396"/>
                  </a:lnTo>
                  <a:lnTo>
                    <a:pt x="233097" y="0"/>
                  </a:lnTo>
                  <a:close/>
                </a:path>
                <a:path w="233679" h="55244">
                  <a:moveTo>
                    <a:pt x="233097" y="6396"/>
                  </a:moveTo>
                  <a:lnTo>
                    <a:pt x="226927" y="6396"/>
                  </a:lnTo>
                  <a:lnTo>
                    <a:pt x="226927" y="48546"/>
                  </a:lnTo>
                  <a:lnTo>
                    <a:pt x="233097" y="48546"/>
                  </a:lnTo>
                  <a:lnTo>
                    <a:pt x="233097" y="63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8999228" y="2199458"/>
              <a:ext cx="400050" cy="102870"/>
            </a:xfrm>
            <a:custGeom>
              <a:avLst/>
              <a:gdLst/>
              <a:ahLst/>
              <a:cxnLst/>
              <a:rect l="l" t="t" r="r" b="b"/>
              <a:pathLst>
                <a:path w="400050" h="102869">
                  <a:moveTo>
                    <a:pt x="399641" y="0"/>
                  </a:moveTo>
                  <a:lnTo>
                    <a:pt x="0" y="0"/>
                  </a:lnTo>
                  <a:lnTo>
                    <a:pt x="0" y="102249"/>
                  </a:lnTo>
                  <a:lnTo>
                    <a:pt x="399641" y="102249"/>
                  </a:lnTo>
                  <a:lnTo>
                    <a:pt x="399641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9307614" y="2220540"/>
              <a:ext cx="60325" cy="62865"/>
            </a:xfrm>
            <a:custGeom>
              <a:avLst/>
              <a:gdLst/>
              <a:ahLst/>
              <a:cxnLst/>
              <a:rect l="l" t="t" r="r" b="b"/>
              <a:pathLst>
                <a:path w="60325" h="62864">
                  <a:moveTo>
                    <a:pt x="30120" y="0"/>
                  </a:moveTo>
                  <a:lnTo>
                    <a:pt x="18396" y="2453"/>
                  </a:lnTo>
                  <a:lnTo>
                    <a:pt x="8822" y="9144"/>
                  </a:lnTo>
                  <a:lnTo>
                    <a:pt x="2367" y="19065"/>
                  </a:lnTo>
                  <a:lnTo>
                    <a:pt x="0" y="31211"/>
                  </a:lnTo>
                  <a:lnTo>
                    <a:pt x="2367" y="43364"/>
                  </a:lnTo>
                  <a:lnTo>
                    <a:pt x="8822" y="53289"/>
                  </a:lnTo>
                  <a:lnTo>
                    <a:pt x="18396" y="59981"/>
                  </a:lnTo>
                  <a:lnTo>
                    <a:pt x="30120" y="62435"/>
                  </a:lnTo>
                  <a:lnTo>
                    <a:pt x="41844" y="59981"/>
                  </a:lnTo>
                  <a:lnTo>
                    <a:pt x="51419" y="53289"/>
                  </a:lnTo>
                  <a:lnTo>
                    <a:pt x="57874" y="43364"/>
                  </a:lnTo>
                  <a:lnTo>
                    <a:pt x="60241" y="31211"/>
                  </a:lnTo>
                  <a:lnTo>
                    <a:pt x="57874" y="19065"/>
                  </a:lnTo>
                  <a:lnTo>
                    <a:pt x="51419" y="9144"/>
                  </a:lnTo>
                  <a:lnTo>
                    <a:pt x="41844" y="2453"/>
                  </a:lnTo>
                  <a:lnTo>
                    <a:pt x="30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9318607" y="2231779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4" h="40005">
                  <a:moveTo>
                    <a:pt x="19278" y="0"/>
                  </a:moveTo>
                  <a:lnTo>
                    <a:pt x="11777" y="1569"/>
                  </a:lnTo>
                  <a:lnTo>
                    <a:pt x="5649" y="5849"/>
                  </a:lnTo>
                  <a:lnTo>
                    <a:pt x="1515" y="12198"/>
                  </a:lnTo>
                  <a:lnTo>
                    <a:pt x="0" y="19972"/>
                  </a:lnTo>
                  <a:lnTo>
                    <a:pt x="1515" y="27753"/>
                  </a:lnTo>
                  <a:lnTo>
                    <a:pt x="5649" y="34105"/>
                  </a:lnTo>
                  <a:lnTo>
                    <a:pt x="11777" y="38387"/>
                  </a:lnTo>
                  <a:lnTo>
                    <a:pt x="19278" y="39957"/>
                  </a:lnTo>
                  <a:lnTo>
                    <a:pt x="26780" y="38387"/>
                  </a:lnTo>
                  <a:lnTo>
                    <a:pt x="32908" y="34105"/>
                  </a:lnTo>
                  <a:lnTo>
                    <a:pt x="37041" y="27753"/>
                  </a:lnTo>
                  <a:lnTo>
                    <a:pt x="38557" y="19972"/>
                  </a:lnTo>
                  <a:lnTo>
                    <a:pt x="37041" y="12198"/>
                  </a:lnTo>
                  <a:lnTo>
                    <a:pt x="32908" y="5849"/>
                  </a:lnTo>
                  <a:lnTo>
                    <a:pt x="26780" y="1569"/>
                  </a:lnTo>
                  <a:lnTo>
                    <a:pt x="19278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9053437" y="2224286"/>
              <a:ext cx="233679" cy="55244"/>
            </a:xfrm>
            <a:custGeom>
              <a:avLst/>
              <a:gdLst/>
              <a:ahLst/>
              <a:cxnLst/>
              <a:rect l="l" t="t" r="r" b="b"/>
              <a:pathLst>
                <a:path w="233679" h="55244">
                  <a:moveTo>
                    <a:pt x="233097" y="0"/>
                  </a:moveTo>
                  <a:lnTo>
                    <a:pt x="0" y="0"/>
                  </a:lnTo>
                  <a:lnTo>
                    <a:pt x="0" y="55099"/>
                  </a:lnTo>
                  <a:lnTo>
                    <a:pt x="233097" y="55099"/>
                  </a:lnTo>
                  <a:lnTo>
                    <a:pt x="233097" y="48546"/>
                  </a:lnTo>
                  <a:lnTo>
                    <a:pt x="6174" y="48546"/>
                  </a:lnTo>
                  <a:lnTo>
                    <a:pt x="6174" y="6552"/>
                  </a:lnTo>
                  <a:lnTo>
                    <a:pt x="233097" y="6552"/>
                  </a:lnTo>
                  <a:lnTo>
                    <a:pt x="233097" y="0"/>
                  </a:lnTo>
                  <a:close/>
                </a:path>
                <a:path w="233679" h="55244">
                  <a:moveTo>
                    <a:pt x="233097" y="6552"/>
                  </a:moveTo>
                  <a:lnTo>
                    <a:pt x="226927" y="6552"/>
                  </a:lnTo>
                  <a:lnTo>
                    <a:pt x="226927" y="48546"/>
                  </a:lnTo>
                  <a:lnTo>
                    <a:pt x="233097" y="48546"/>
                  </a:lnTo>
                  <a:lnTo>
                    <a:pt x="233097" y="65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8999228" y="2721461"/>
              <a:ext cx="400050" cy="414655"/>
            </a:xfrm>
            <a:custGeom>
              <a:avLst/>
              <a:gdLst/>
              <a:ahLst/>
              <a:cxnLst/>
              <a:rect l="l" t="t" r="r" b="b"/>
              <a:pathLst>
                <a:path w="400050" h="414655">
                  <a:moveTo>
                    <a:pt x="399641" y="0"/>
                  </a:moveTo>
                  <a:lnTo>
                    <a:pt x="0" y="0"/>
                  </a:lnTo>
                  <a:lnTo>
                    <a:pt x="0" y="414276"/>
                  </a:lnTo>
                  <a:lnTo>
                    <a:pt x="399641" y="414276"/>
                  </a:lnTo>
                  <a:lnTo>
                    <a:pt x="399641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9160649" y="2928607"/>
              <a:ext cx="182880" cy="168275"/>
            </a:xfrm>
            <a:custGeom>
              <a:avLst/>
              <a:gdLst/>
              <a:ahLst/>
              <a:cxnLst/>
              <a:rect l="l" t="t" r="r" b="b"/>
              <a:pathLst>
                <a:path w="182879" h="168275">
                  <a:moveTo>
                    <a:pt x="6159" y="0"/>
                  </a:moveTo>
                  <a:lnTo>
                    <a:pt x="0" y="0"/>
                  </a:lnTo>
                  <a:lnTo>
                    <a:pt x="0" y="167957"/>
                  </a:lnTo>
                  <a:lnTo>
                    <a:pt x="6159" y="167957"/>
                  </a:lnTo>
                  <a:lnTo>
                    <a:pt x="6159" y="0"/>
                  </a:lnTo>
                  <a:close/>
                </a:path>
                <a:path w="182879" h="168275">
                  <a:moveTo>
                    <a:pt x="41567" y="0"/>
                  </a:moveTo>
                  <a:lnTo>
                    <a:pt x="35229" y="0"/>
                  </a:lnTo>
                  <a:lnTo>
                    <a:pt x="35229" y="167957"/>
                  </a:lnTo>
                  <a:lnTo>
                    <a:pt x="41567" y="167957"/>
                  </a:lnTo>
                  <a:lnTo>
                    <a:pt x="41567" y="0"/>
                  </a:lnTo>
                  <a:close/>
                </a:path>
                <a:path w="182879" h="168275">
                  <a:moveTo>
                    <a:pt x="76796" y="0"/>
                  </a:moveTo>
                  <a:lnTo>
                    <a:pt x="70624" y="0"/>
                  </a:lnTo>
                  <a:lnTo>
                    <a:pt x="70624" y="167957"/>
                  </a:lnTo>
                  <a:lnTo>
                    <a:pt x="76796" y="167957"/>
                  </a:lnTo>
                  <a:lnTo>
                    <a:pt x="76796" y="0"/>
                  </a:lnTo>
                  <a:close/>
                </a:path>
                <a:path w="182879" h="168275">
                  <a:moveTo>
                    <a:pt x="112026" y="0"/>
                  </a:moveTo>
                  <a:lnTo>
                    <a:pt x="105854" y="0"/>
                  </a:lnTo>
                  <a:lnTo>
                    <a:pt x="105854" y="167957"/>
                  </a:lnTo>
                  <a:lnTo>
                    <a:pt x="112026" y="167957"/>
                  </a:lnTo>
                  <a:lnTo>
                    <a:pt x="112026" y="0"/>
                  </a:lnTo>
                  <a:close/>
                </a:path>
                <a:path w="182879" h="168275">
                  <a:moveTo>
                    <a:pt x="147408" y="0"/>
                  </a:moveTo>
                  <a:lnTo>
                    <a:pt x="141236" y="0"/>
                  </a:lnTo>
                  <a:lnTo>
                    <a:pt x="141236" y="167957"/>
                  </a:lnTo>
                  <a:lnTo>
                    <a:pt x="147408" y="167957"/>
                  </a:lnTo>
                  <a:lnTo>
                    <a:pt x="147408" y="0"/>
                  </a:lnTo>
                  <a:close/>
                </a:path>
                <a:path w="182879" h="168275">
                  <a:moveTo>
                    <a:pt x="182651" y="0"/>
                  </a:moveTo>
                  <a:lnTo>
                    <a:pt x="176479" y="0"/>
                  </a:lnTo>
                  <a:lnTo>
                    <a:pt x="176479" y="167957"/>
                  </a:lnTo>
                  <a:lnTo>
                    <a:pt x="182651" y="167957"/>
                  </a:lnTo>
                  <a:lnTo>
                    <a:pt x="1826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8273859" y="2270995"/>
              <a:ext cx="401320" cy="102235"/>
            </a:xfrm>
            <a:custGeom>
              <a:avLst/>
              <a:gdLst/>
              <a:ahLst/>
              <a:cxnLst/>
              <a:rect l="l" t="t" r="r" b="b"/>
              <a:pathLst>
                <a:path w="401320" h="102235">
                  <a:moveTo>
                    <a:pt x="401077" y="0"/>
                  </a:moveTo>
                  <a:lnTo>
                    <a:pt x="0" y="0"/>
                  </a:lnTo>
                  <a:lnTo>
                    <a:pt x="0" y="102236"/>
                  </a:lnTo>
                  <a:lnTo>
                    <a:pt x="401077" y="102236"/>
                  </a:lnTo>
                  <a:lnTo>
                    <a:pt x="401077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8583352" y="2292064"/>
              <a:ext cx="60960" cy="62865"/>
            </a:xfrm>
            <a:custGeom>
              <a:avLst/>
              <a:gdLst/>
              <a:ahLst/>
              <a:cxnLst/>
              <a:rect l="l" t="t" r="r" b="b"/>
              <a:pathLst>
                <a:path w="60959" h="62864">
                  <a:moveTo>
                    <a:pt x="30228" y="0"/>
                  </a:moveTo>
                  <a:lnTo>
                    <a:pt x="18462" y="2453"/>
                  </a:lnTo>
                  <a:lnTo>
                    <a:pt x="8854" y="9145"/>
                  </a:lnTo>
                  <a:lnTo>
                    <a:pt x="2375" y="19070"/>
                  </a:lnTo>
                  <a:lnTo>
                    <a:pt x="0" y="31224"/>
                  </a:lnTo>
                  <a:lnTo>
                    <a:pt x="2375" y="43375"/>
                  </a:lnTo>
                  <a:lnTo>
                    <a:pt x="8854" y="53296"/>
                  </a:lnTo>
                  <a:lnTo>
                    <a:pt x="18462" y="59983"/>
                  </a:lnTo>
                  <a:lnTo>
                    <a:pt x="30228" y="62435"/>
                  </a:lnTo>
                  <a:lnTo>
                    <a:pt x="41995" y="59983"/>
                  </a:lnTo>
                  <a:lnTo>
                    <a:pt x="51603" y="53296"/>
                  </a:lnTo>
                  <a:lnTo>
                    <a:pt x="58082" y="43375"/>
                  </a:lnTo>
                  <a:lnTo>
                    <a:pt x="60457" y="31224"/>
                  </a:lnTo>
                  <a:lnTo>
                    <a:pt x="58082" y="19070"/>
                  </a:lnTo>
                  <a:lnTo>
                    <a:pt x="51603" y="9145"/>
                  </a:lnTo>
                  <a:lnTo>
                    <a:pt x="41995" y="2453"/>
                  </a:lnTo>
                  <a:lnTo>
                    <a:pt x="30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8594385" y="2303460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4" h="40005">
                  <a:moveTo>
                    <a:pt x="19348" y="0"/>
                  </a:moveTo>
                  <a:lnTo>
                    <a:pt x="11681" y="1632"/>
                  </a:lnTo>
                  <a:lnTo>
                    <a:pt x="5565" y="5963"/>
                  </a:lnTo>
                  <a:lnTo>
                    <a:pt x="1465" y="12348"/>
                  </a:lnTo>
                  <a:lnTo>
                    <a:pt x="0" y="20141"/>
                  </a:lnTo>
                  <a:lnTo>
                    <a:pt x="1582" y="27904"/>
                  </a:lnTo>
                  <a:lnTo>
                    <a:pt x="5778" y="34220"/>
                  </a:lnTo>
                  <a:lnTo>
                    <a:pt x="11960" y="38450"/>
                  </a:lnTo>
                  <a:lnTo>
                    <a:pt x="19499" y="39957"/>
                  </a:lnTo>
                  <a:lnTo>
                    <a:pt x="27014" y="38330"/>
                  </a:lnTo>
                  <a:lnTo>
                    <a:pt x="33130" y="33999"/>
                  </a:lnTo>
                  <a:lnTo>
                    <a:pt x="37230" y="27616"/>
                  </a:lnTo>
                  <a:lnTo>
                    <a:pt x="38696" y="19828"/>
                  </a:lnTo>
                  <a:lnTo>
                    <a:pt x="37130" y="12098"/>
                  </a:lnTo>
                  <a:lnTo>
                    <a:pt x="32974" y="5797"/>
                  </a:lnTo>
                  <a:lnTo>
                    <a:pt x="26842" y="1554"/>
                  </a:lnTo>
                  <a:lnTo>
                    <a:pt x="19348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328262" y="2296437"/>
              <a:ext cx="234315" cy="54610"/>
            </a:xfrm>
            <a:custGeom>
              <a:avLst/>
              <a:gdLst/>
              <a:ahLst/>
              <a:cxnLst/>
              <a:rect l="l" t="t" r="r" b="b"/>
              <a:pathLst>
                <a:path w="234315" h="54610">
                  <a:moveTo>
                    <a:pt x="233934" y="0"/>
                  </a:moveTo>
                  <a:lnTo>
                    <a:pt x="0" y="0"/>
                  </a:lnTo>
                  <a:lnTo>
                    <a:pt x="0" y="54472"/>
                  </a:lnTo>
                  <a:lnTo>
                    <a:pt x="233934" y="54472"/>
                  </a:lnTo>
                  <a:lnTo>
                    <a:pt x="233934" y="47920"/>
                  </a:lnTo>
                  <a:lnTo>
                    <a:pt x="6196" y="47920"/>
                  </a:lnTo>
                  <a:lnTo>
                    <a:pt x="6196" y="5926"/>
                  </a:lnTo>
                  <a:lnTo>
                    <a:pt x="233934" y="5926"/>
                  </a:lnTo>
                  <a:lnTo>
                    <a:pt x="233934" y="0"/>
                  </a:lnTo>
                  <a:close/>
                </a:path>
                <a:path w="234315" h="54610">
                  <a:moveTo>
                    <a:pt x="233934" y="5926"/>
                  </a:moveTo>
                  <a:lnTo>
                    <a:pt x="227742" y="5926"/>
                  </a:lnTo>
                  <a:lnTo>
                    <a:pt x="227742" y="47920"/>
                  </a:lnTo>
                  <a:lnTo>
                    <a:pt x="233934" y="47920"/>
                  </a:lnTo>
                  <a:lnTo>
                    <a:pt x="233934" y="59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8273859" y="2139401"/>
              <a:ext cx="401320" cy="102870"/>
            </a:xfrm>
            <a:custGeom>
              <a:avLst/>
              <a:gdLst/>
              <a:ahLst/>
              <a:cxnLst/>
              <a:rect l="l" t="t" r="r" b="b"/>
              <a:pathLst>
                <a:path w="401320" h="102869">
                  <a:moveTo>
                    <a:pt x="401077" y="0"/>
                  </a:moveTo>
                  <a:lnTo>
                    <a:pt x="0" y="0"/>
                  </a:lnTo>
                  <a:lnTo>
                    <a:pt x="0" y="102249"/>
                  </a:lnTo>
                  <a:lnTo>
                    <a:pt x="401077" y="102249"/>
                  </a:lnTo>
                  <a:lnTo>
                    <a:pt x="401077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8583352" y="2160627"/>
              <a:ext cx="60960" cy="62865"/>
            </a:xfrm>
            <a:custGeom>
              <a:avLst/>
              <a:gdLst/>
              <a:ahLst/>
              <a:cxnLst/>
              <a:rect l="l" t="t" r="r" b="b"/>
              <a:pathLst>
                <a:path w="60959" h="62864">
                  <a:moveTo>
                    <a:pt x="30228" y="0"/>
                  </a:moveTo>
                  <a:lnTo>
                    <a:pt x="18462" y="2453"/>
                  </a:lnTo>
                  <a:lnTo>
                    <a:pt x="8854" y="9145"/>
                  </a:lnTo>
                  <a:lnTo>
                    <a:pt x="2375" y="19070"/>
                  </a:lnTo>
                  <a:lnTo>
                    <a:pt x="0" y="31224"/>
                  </a:lnTo>
                  <a:lnTo>
                    <a:pt x="2375" y="43377"/>
                  </a:lnTo>
                  <a:lnTo>
                    <a:pt x="8854" y="53303"/>
                  </a:lnTo>
                  <a:lnTo>
                    <a:pt x="18462" y="59994"/>
                  </a:lnTo>
                  <a:lnTo>
                    <a:pt x="30228" y="62448"/>
                  </a:lnTo>
                  <a:lnTo>
                    <a:pt x="41995" y="59994"/>
                  </a:lnTo>
                  <a:lnTo>
                    <a:pt x="51603" y="53303"/>
                  </a:lnTo>
                  <a:lnTo>
                    <a:pt x="58082" y="43377"/>
                  </a:lnTo>
                  <a:lnTo>
                    <a:pt x="60457" y="31224"/>
                  </a:lnTo>
                  <a:lnTo>
                    <a:pt x="58082" y="19070"/>
                  </a:lnTo>
                  <a:lnTo>
                    <a:pt x="51603" y="9145"/>
                  </a:lnTo>
                  <a:lnTo>
                    <a:pt x="41995" y="2453"/>
                  </a:lnTo>
                  <a:lnTo>
                    <a:pt x="30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8594385" y="2171866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4" h="40005">
                  <a:moveTo>
                    <a:pt x="19348" y="0"/>
                  </a:moveTo>
                  <a:lnTo>
                    <a:pt x="11819" y="1571"/>
                  </a:lnTo>
                  <a:lnTo>
                    <a:pt x="5669" y="5856"/>
                  </a:lnTo>
                  <a:lnTo>
                    <a:pt x="1521" y="12209"/>
                  </a:lnTo>
                  <a:lnTo>
                    <a:pt x="0" y="19985"/>
                  </a:lnTo>
                  <a:lnTo>
                    <a:pt x="1521" y="27761"/>
                  </a:lnTo>
                  <a:lnTo>
                    <a:pt x="5669" y="34114"/>
                  </a:lnTo>
                  <a:lnTo>
                    <a:pt x="11819" y="38398"/>
                  </a:lnTo>
                  <a:lnTo>
                    <a:pt x="19348" y="39970"/>
                  </a:lnTo>
                  <a:lnTo>
                    <a:pt x="26876" y="38398"/>
                  </a:lnTo>
                  <a:lnTo>
                    <a:pt x="33026" y="34114"/>
                  </a:lnTo>
                  <a:lnTo>
                    <a:pt x="37174" y="27761"/>
                  </a:lnTo>
                  <a:lnTo>
                    <a:pt x="38696" y="19985"/>
                  </a:lnTo>
                  <a:lnTo>
                    <a:pt x="37174" y="12209"/>
                  </a:lnTo>
                  <a:lnTo>
                    <a:pt x="33026" y="5856"/>
                  </a:lnTo>
                  <a:lnTo>
                    <a:pt x="26876" y="1571"/>
                  </a:lnTo>
                  <a:lnTo>
                    <a:pt x="19348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8328262" y="2164373"/>
              <a:ext cx="234315" cy="55244"/>
            </a:xfrm>
            <a:custGeom>
              <a:avLst/>
              <a:gdLst/>
              <a:ahLst/>
              <a:cxnLst/>
              <a:rect l="l" t="t" r="r" b="b"/>
              <a:pathLst>
                <a:path w="234315" h="55244">
                  <a:moveTo>
                    <a:pt x="233934" y="0"/>
                  </a:moveTo>
                  <a:lnTo>
                    <a:pt x="0" y="0"/>
                  </a:lnTo>
                  <a:lnTo>
                    <a:pt x="0" y="54955"/>
                  </a:lnTo>
                  <a:lnTo>
                    <a:pt x="233934" y="54955"/>
                  </a:lnTo>
                  <a:lnTo>
                    <a:pt x="233934" y="48546"/>
                  </a:lnTo>
                  <a:lnTo>
                    <a:pt x="6196" y="48546"/>
                  </a:lnTo>
                  <a:lnTo>
                    <a:pt x="6196" y="7179"/>
                  </a:lnTo>
                  <a:lnTo>
                    <a:pt x="233934" y="7179"/>
                  </a:lnTo>
                  <a:lnTo>
                    <a:pt x="233934" y="0"/>
                  </a:lnTo>
                  <a:close/>
                </a:path>
                <a:path w="234315" h="55244">
                  <a:moveTo>
                    <a:pt x="233934" y="7179"/>
                  </a:moveTo>
                  <a:lnTo>
                    <a:pt x="227742" y="7179"/>
                  </a:lnTo>
                  <a:lnTo>
                    <a:pt x="227742" y="48546"/>
                  </a:lnTo>
                  <a:lnTo>
                    <a:pt x="233934" y="48546"/>
                  </a:lnTo>
                  <a:lnTo>
                    <a:pt x="233934" y="7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8273000" y="2004661"/>
              <a:ext cx="403225" cy="109220"/>
            </a:xfrm>
            <a:custGeom>
              <a:avLst/>
              <a:gdLst/>
              <a:ahLst/>
              <a:cxnLst/>
              <a:rect l="l" t="t" r="r" b="b"/>
              <a:pathLst>
                <a:path w="403225" h="109219">
                  <a:moveTo>
                    <a:pt x="1606" y="0"/>
                  </a:moveTo>
                  <a:lnTo>
                    <a:pt x="0" y="102223"/>
                  </a:lnTo>
                  <a:lnTo>
                    <a:pt x="401026" y="108958"/>
                  </a:lnTo>
                  <a:lnTo>
                    <a:pt x="402631" y="6722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8583352" y="2029046"/>
              <a:ext cx="60960" cy="62865"/>
            </a:xfrm>
            <a:custGeom>
              <a:avLst/>
              <a:gdLst/>
              <a:ahLst/>
              <a:cxnLst/>
              <a:rect l="l" t="t" r="r" b="b"/>
              <a:pathLst>
                <a:path w="60959" h="62864">
                  <a:moveTo>
                    <a:pt x="30228" y="0"/>
                  </a:moveTo>
                  <a:lnTo>
                    <a:pt x="18462" y="2451"/>
                  </a:lnTo>
                  <a:lnTo>
                    <a:pt x="8854" y="9139"/>
                  </a:lnTo>
                  <a:lnTo>
                    <a:pt x="2375" y="19059"/>
                  </a:lnTo>
                  <a:lnTo>
                    <a:pt x="0" y="31211"/>
                  </a:lnTo>
                  <a:lnTo>
                    <a:pt x="2375" y="43364"/>
                  </a:lnTo>
                  <a:lnTo>
                    <a:pt x="8854" y="53289"/>
                  </a:lnTo>
                  <a:lnTo>
                    <a:pt x="18462" y="59981"/>
                  </a:lnTo>
                  <a:lnTo>
                    <a:pt x="30228" y="62435"/>
                  </a:lnTo>
                  <a:lnTo>
                    <a:pt x="41995" y="59981"/>
                  </a:lnTo>
                  <a:lnTo>
                    <a:pt x="51603" y="53289"/>
                  </a:lnTo>
                  <a:lnTo>
                    <a:pt x="58082" y="43364"/>
                  </a:lnTo>
                  <a:lnTo>
                    <a:pt x="60457" y="31211"/>
                  </a:lnTo>
                  <a:lnTo>
                    <a:pt x="58082" y="19059"/>
                  </a:lnTo>
                  <a:lnTo>
                    <a:pt x="51603" y="9139"/>
                  </a:lnTo>
                  <a:lnTo>
                    <a:pt x="41995" y="2451"/>
                  </a:lnTo>
                  <a:lnTo>
                    <a:pt x="30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8594385" y="2040285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4" h="40005">
                  <a:moveTo>
                    <a:pt x="19348" y="0"/>
                  </a:moveTo>
                  <a:lnTo>
                    <a:pt x="11819" y="1569"/>
                  </a:lnTo>
                  <a:lnTo>
                    <a:pt x="5669" y="5849"/>
                  </a:lnTo>
                  <a:lnTo>
                    <a:pt x="1521" y="12198"/>
                  </a:lnTo>
                  <a:lnTo>
                    <a:pt x="0" y="19972"/>
                  </a:lnTo>
                  <a:lnTo>
                    <a:pt x="1521" y="27753"/>
                  </a:lnTo>
                  <a:lnTo>
                    <a:pt x="5669" y="34105"/>
                  </a:lnTo>
                  <a:lnTo>
                    <a:pt x="11819" y="38387"/>
                  </a:lnTo>
                  <a:lnTo>
                    <a:pt x="19348" y="39957"/>
                  </a:lnTo>
                  <a:lnTo>
                    <a:pt x="26876" y="38387"/>
                  </a:lnTo>
                  <a:lnTo>
                    <a:pt x="33026" y="34105"/>
                  </a:lnTo>
                  <a:lnTo>
                    <a:pt x="37174" y="27753"/>
                  </a:lnTo>
                  <a:lnTo>
                    <a:pt x="38696" y="19972"/>
                  </a:lnTo>
                  <a:lnTo>
                    <a:pt x="37174" y="12198"/>
                  </a:lnTo>
                  <a:lnTo>
                    <a:pt x="33026" y="5849"/>
                  </a:lnTo>
                  <a:lnTo>
                    <a:pt x="26876" y="1569"/>
                  </a:lnTo>
                  <a:lnTo>
                    <a:pt x="19348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8328262" y="2032792"/>
              <a:ext cx="234315" cy="55244"/>
            </a:xfrm>
            <a:custGeom>
              <a:avLst/>
              <a:gdLst/>
              <a:ahLst/>
              <a:cxnLst/>
              <a:rect l="l" t="t" r="r" b="b"/>
              <a:pathLst>
                <a:path w="234315" h="55244">
                  <a:moveTo>
                    <a:pt x="233934" y="0"/>
                  </a:moveTo>
                  <a:lnTo>
                    <a:pt x="0" y="0"/>
                  </a:lnTo>
                  <a:lnTo>
                    <a:pt x="0" y="54942"/>
                  </a:lnTo>
                  <a:lnTo>
                    <a:pt x="233934" y="54942"/>
                  </a:lnTo>
                  <a:lnTo>
                    <a:pt x="233934" y="48546"/>
                  </a:lnTo>
                  <a:lnTo>
                    <a:pt x="6196" y="48546"/>
                  </a:lnTo>
                  <a:lnTo>
                    <a:pt x="6196" y="6396"/>
                  </a:lnTo>
                  <a:lnTo>
                    <a:pt x="233934" y="6396"/>
                  </a:lnTo>
                  <a:lnTo>
                    <a:pt x="233934" y="0"/>
                  </a:lnTo>
                  <a:close/>
                </a:path>
                <a:path w="234315" h="55244">
                  <a:moveTo>
                    <a:pt x="233934" y="6396"/>
                  </a:moveTo>
                  <a:lnTo>
                    <a:pt x="227742" y="6396"/>
                  </a:lnTo>
                  <a:lnTo>
                    <a:pt x="227742" y="48546"/>
                  </a:lnTo>
                  <a:lnTo>
                    <a:pt x="233934" y="48546"/>
                  </a:lnTo>
                  <a:lnTo>
                    <a:pt x="233934" y="63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8273859" y="1876370"/>
              <a:ext cx="401320" cy="102870"/>
            </a:xfrm>
            <a:custGeom>
              <a:avLst/>
              <a:gdLst/>
              <a:ahLst/>
              <a:cxnLst/>
              <a:rect l="l" t="t" r="r" b="b"/>
              <a:pathLst>
                <a:path w="401320" h="102869">
                  <a:moveTo>
                    <a:pt x="401077" y="0"/>
                  </a:moveTo>
                  <a:lnTo>
                    <a:pt x="0" y="0"/>
                  </a:lnTo>
                  <a:lnTo>
                    <a:pt x="0" y="102249"/>
                  </a:lnTo>
                  <a:lnTo>
                    <a:pt x="401077" y="102249"/>
                  </a:lnTo>
                  <a:lnTo>
                    <a:pt x="401077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8583352" y="1897452"/>
              <a:ext cx="60960" cy="62865"/>
            </a:xfrm>
            <a:custGeom>
              <a:avLst/>
              <a:gdLst/>
              <a:ahLst/>
              <a:cxnLst/>
              <a:rect l="l" t="t" r="r" b="b"/>
              <a:pathLst>
                <a:path w="60959" h="62864">
                  <a:moveTo>
                    <a:pt x="30228" y="0"/>
                  </a:moveTo>
                  <a:lnTo>
                    <a:pt x="18462" y="2453"/>
                  </a:lnTo>
                  <a:lnTo>
                    <a:pt x="8854" y="9144"/>
                  </a:lnTo>
                  <a:lnTo>
                    <a:pt x="2375" y="19065"/>
                  </a:lnTo>
                  <a:lnTo>
                    <a:pt x="0" y="31211"/>
                  </a:lnTo>
                  <a:lnTo>
                    <a:pt x="2375" y="43364"/>
                  </a:lnTo>
                  <a:lnTo>
                    <a:pt x="8854" y="53289"/>
                  </a:lnTo>
                  <a:lnTo>
                    <a:pt x="18462" y="59981"/>
                  </a:lnTo>
                  <a:lnTo>
                    <a:pt x="30228" y="62435"/>
                  </a:lnTo>
                  <a:lnTo>
                    <a:pt x="41995" y="59981"/>
                  </a:lnTo>
                  <a:lnTo>
                    <a:pt x="51603" y="53289"/>
                  </a:lnTo>
                  <a:lnTo>
                    <a:pt x="58082" y="43364"/>
                  </a:lnTo>
                  <a:lnTo>
                    <a:pt x="60457" y="31211"/>
                  </a:lnTo>
                  <a:lnTo>
                    <a:pt x="58082" y="19065"/>
                  </a:lnTo>
                  <a:lnTo>
                    <a:pt x="51603" y="9144"/>
                  </a:lnTo>
                  <a:lnTo>
                    <a:pt x="41995" y="2453"/>
                  </a:lnTo>
                  <a:lnTo>
                    <a:pt x="30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8594385" y="1908691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4" h="40005">
                  <a:moveTo>
                    <a:pt x="19348" y="0"/>
                  </a:moveTo>
                  <a:lnTo>
                    <a:pt x="11819" y="1569"/>
                  </a:lnTo>
                  <a:lnTo>
                    <a:pt x="5669" y="5849"/>
                  </a:lnTo>
                  <a:lnTo>
                    <a:pt x="1521" y="12198"/>
                  </a:lnTo>
                  <a:lnTo>
                    <a:pt x="0" y="19972"/>
                  </a:lnTo>
                  <a:lnTo>
                    <a:pt x="1521" y="27753"/>
                  </a:lnTo>
                  <a:lnTo>
                    <a:pt x="5669" y="34105"/>
                  </a:lnTo>
                  <a:lnTo>
                    <a:pt x="11819" y="38387"/>
                  </a:lnTo>
                  <a:lnTo>
                    <a:pt x="19348" y="39957"/>
                  </a:lnTo>
                  <a:lnTo>
                    <a:pt x="26876" y="38387"/>
                  </a:lnTo>
                  <a:lnTo>
                    <a:pt x="33026" y="34105"/>
                  </a:lnTo>
                  <a:lnTo>
                    <a:pt x="37174" y="27753"/>
                  </a:lnTo>
                  <a:lnTo>
                    <a:pt x="38696" y="19972"/>
                  </a:lnTo>
                  <a:lnTo>
                    <a:pt x="37174" y="12198"/>
                  </a:lnTo>
                  <a:lnTo>
                    <a:pt x="33026" y="5849"/>
                  </a:lnTo>
                  <a:lnTo>
                    <a:pt x="26876" y="1569"/>
                  </a:lnTo>
                  <a:lnTo>
                    <a:pt x="19348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8328262" y="1901198"/>
              <a:ext cx="234315" cy="55244"/>
            </a:xfrm>
            <a:custGeom>
              <a:avLst/>
              <a:gdLst/>
              <a:ahLst/>
              <a:cxnLst/>
              <a:rect l="l" t="t" r="r" b="b"/>
              <a:pathLst>
                <a:path w="234315" h="55244">
                  <a:moveTo>
                    <a:pt x="233934" y="0"/>
                  </a:moveTo>
                  <a:lnTo>
                    <a:pt x="0" y="0"/>
                  </a:lnTo>
                  <a:lnTo>
                    <a:pt x="0" y="55099"/>
                  </a:lnTo>
                  <a:lnTo>
                    <a:pt x="233934" y="55099"/>
                  </a:lnTo>
                  <a:lnTo>
                    <a:pt x="233934" y="48546"/>
                  </a:lnTo>
                  <a:lnTo>
                    <a:pt x="6196" y="48546"/>
                  </a:lnTo>
                  <a:lnTo>
                    <a:pt x="6196" y="6552"/>
                  </a:lnTo>
                  <a:lnTo>
                    <a:pt x="233934" y="6552"/>
                  </a:lnTo>
                  <a:lnTo>
                    <a:pt x="233934" y="0"/>
                  </a:lnTo>
                  <a:close/>
                </a:path>
                <a:path w="234315" h="55244">
                  <a:moveTo>
                    <a:pt x="233934" y="6552"/>
                  </a:moveTo>
                  <a:lnTo>
                    <a:pt x="227742" y="6552"/>
                  </a:lnTo>
                  <a:lnTo>
                    <a:pt x="227742" y="48546"/>
                  </a:lnTo>
                  <a:lnTo>
                    <a:pt x="233934" y="48546"/>
                  </a:lnTo>
                  <a:lnTo>
                    <a:pt x="233934" y="65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8273859" y="2398373"/>
              <a:ext cx="401320" cy="414655"/>
            </a:xfrm>
            <a:custGeom>
              <a:avLst/>
              <a:gdLst/>
              <a:ahLst/>
              <a:cxnLst/>
              <a:rect l="l" t="t" r="r" b="b"/>
              <a:pathLst>
                <a:path w="401320" h="414655">
                  <a:moveTo>
                    <a:pt x="401077" y="0"/>
                  </a:moveTo>
                  <a:lnTo>
                    <a:pt x="0" y="0"/>
                  </a:lnTo>
                  <a:lnTo>
                    <a:pt x="0" y="414276"/>
                  </a:lnTo>
                  <a:lnTo>
                    <a:pt x="401077" y="414276"/>
                  </a:lnTo>
                  <a:lnTo>
                    <a:pt x="401077" y="0"/>
                  </a:lnTo>
                  <a:close/>
                </a:path>
              </a:pathLst>
            </a:custGeom>
            <a:solidFill>
              <a:srgbClr val="58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8435848" y="2605519"/>
              <a:ext cx="183515" cy="168275"/>
            </a:xfrm>
            <a:custGeom>
              <a:avLst/>
              <a:gdLst/>
              <a:ahLst/>
              <a:cxnLst/>
              <a:rect l="l" t="t" r="r" b="b"/>
              <a:pathLst>
                <a:path w="183515" h="168275">
                  <a:moveTo>
                    <a:pt x="6197" y="0"/>
                  </a:moveTo>
                  <a:lnTo>
                    <a:pt x="0" y="0"/>
                  </a:lnTo>
                  <a:lnTo>
                    <a:pt x="0" y="167957"/>
                  </a:lnTo>
                  <a:lnTo>
                    <a:pt x="6197" y="167957"/>
                  </a:lnTo>
                  <a:lnTo>
                    <a:pt x="6197" y="0"/>
                  </a:lnTo>
                  <a:close/>
                </a:path>
                <a:path w="183515" h="168275">
                  <a:moveTo>
                    <a:pt x="41719" y="0"/>
                  </a:moveTo>
                  <a:lnTo>
                    <a:pt x="35369" y="0"/>
                  </a:lnTo>
                  <a:lnTo>
                    <a:pt x="35369" y="167957"/>
                  </a:lnTo>
                  <a:lnTo>
                    <a:pt x="41719" y="167957"/>
                  </a:lnTo>
                  <a:lnTo>
                    <a:pt x="41719" y="0"/>
                  </a:lnTo>
                  <a:close/>
                </a:path>
                <a:path w="183515" h="168275">
                  <a:moveTo>
                    <a:pt x="77076" y="0"/>
                  </a:moveTo>
                  <a:lnTo>
                    <a:pt x="70891" y="0"/>
                  </a:lnTo>
                  <a:lnTo>
                    <a:pt x="70891" y="167957"/>
                  </a:lnTo>
                  <a:lnTo>
                    <a:pt x="77076" y="167957"/>
                  </a:lnTo>
                  <a:lnTo>
                    <a:pt x="77076" y="0"/>
                  </a:lnTo>
                  <a:close/>
                </a:path>
                <a:path w="183515" h="168275">
                  <a:moveTo>
                    <a:pt x="112445" y="0"/>
                  </a:moveTo>
                  <a:lnTo>
                    <a:pt x="106248" y="0"/>
                  </a:lnTo>
                  <a:lnTo>
                    <a:pt x="106248" y="167957"/>
                  </a:lnTo>
                  <a:lnTo>
                    <a:pt x="112445" y="167957"/>
                  </a:lnTo>
                  <a:lnTo>
                    <a:pt x="112445" y="0"/>
                  </a:lnTo>
                  <a:close/>
                </a:path>
                <a:path w="183515" h="168275">
                  <a:moveTo>
                    <a:pt x="147955" y="0"/>
                  </a:moveTo>
                  <a:lnTo>
                    <a:pt x="141757" y="0"/>
                  </a:lnTo>
                  <a:lnTo>
                    <a:pt x="141757" y="167957"/>
                  </a:lnTo>
                  <a:lnTo>
                    <a:pt x="147955" y="167957"/>
                  </a:lnTo>
                  <a:lnTo>
                    <a:pt x="147955" y="0"/>
                  </a:lnTo>
                  <a:close/>
                </a:path>
                <a:path w="183515" h="168275">
                  <a:moveTo>
                    <a:pt x="183311" y="0"/>
                  </a:moveTo>
                  <a:lnTo>
                    <a:pt x="177126" y="0"/>
                  </a:lnTo>
                  <a:lnTo>
                    <a:pt x="177126" y="167957"/>
                  </a:lnTo>
                  <a:lnTo>
                    <a:pt x="183311" y="167957"/>
                  </a:lnTo>
                  <a:lnTo>
                    <a:pt x="183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6" name="object 146"/>
          <p:cNvSpPr txBox="1"/>
          <p:nvPr/>
        </p:nvSpPr>
        <p:spPr>
          <a:xfrm>
            <a:off x="6058153" y="6624218"/>
            <a:ext cx="77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solidFill>
                  <a:srgbClr val="BEBEBE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7" name="object 1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48" name="object 1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Reflection</a:t>
            </a:r>
            <a:r>
              <a:rPr spc="-7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Amplification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18529" y="6624218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BEBEBE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974" y="1235121"/>
            <a:ext cx="9171305" cy="48748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What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makes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for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good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reflection?</a:t>
            </a:r>
            <a:endParaRPr sz="28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0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spc="-25" dirty="0">
                <a:latin typeface="Verdana"/>
                <a:cs typeface="Verdana"/>
              </a:rPr>
              <a:t>UDP</a:t>
            </a:r>
            <a:endParaRPr sz="2400">
              <a:latin typeface="Verdana"/>
              <a:cs typeface="Verdana"/>
            </a:endParaRPr>
          </a:p>
          <a:p>
            <a:pPr marL="1269365" lvl="2" indent="-342900">
              <a:lnSpc>
                <a:spcPct val="100000"/>
              </a:lnSpc>
              <a:spcBef>
                <a:spcPts val="270"/>
              </a:spcBef>
              <a:buSzPct val="50000"/>
              <a:buFont typeface="Wingdings"/>
              <a:buChar char=""/>
              <a:tabLst>
                <a:tab pos="1269365" algn="l"/>
              </a:tabLst>
            </a:pPr>
            <a:r>
              <a:rPr sz="2000" dirty="0">
                <a:latin typeface="Verdana"/>
                <a:cs typeface="Verdana"/>
              </a:rPr>
              <a:t>Spoofable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/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forged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source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IP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addresses</a:t>
            </a:r>
            <a:endParaRPr sz="2000">
              <a:latin typeface="Verdana"/>
              <a:cs typeface="Verdana"/>
            </a:endParaRPr>
          </a:p>
          <a:p>
            <a:pPr marL="1269365" lvl="2" indent="-342900">
              <a:lnSpc>
                <a:spcPct val="100000"/>
              </a:lnSpc>
              <a:spcBef>
                <a:spcPts val="250"/>
              </a:spcBef>
              <a:buSzPct val="50000"/>
              <a:buFont typeface="Wingdings"/>
              <a:buChar char=""/>
              <a:tabLst>
                <a:tab pos="1269365" algn="l"/>
                <a:tab pos="3352165" algn="l"/>
              </a:tabLst>
            </a:pPr>
            <a:r>
              <a:rPr sz="2000" spc="-10" dirty="0">
                <a:latin typeface="Verdana"/>
                <a:cs typeface="Verdana"/>
              </a:rPr>
              <a:t>Connectionless</a:t>
            </a:r>
            <a:r>
              <a:rPr sz="2000" dirty="0">
                <a:latin typeface="Verdana"/>
                <a:cs typeface="Verdana"/>
              </a:rPr>
              <a:t>	(no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3-</a:t>
            </a:r>
            <a:r>
              <a:rPr sz="2000" dirty="0">
                <a:latin typeface="Verdana"/>
                <a:cs typeface="Verdana"/>
              </a:rPr>
              <a:t>way</a:t>
            </a:r>
            <a:r>
              <a:rPr sz="2000" spc="-10" dirty="0">
                <a:latin typeface="Verdana"/>
                <a:cs typeface="Verdana"/>
              </a:rPr>
              <a:t> handshake)</a:t>
            </a:r>
            <a:endParaRPr sz="2000">
              <a:latin typeface="Verdana"/>
              <a:cs typeface="Verdana"/>
            </a:endParaRPr>
          </a:p>
          <a:p>
            <a:pPr marL="456565" marR="2267585" indent="-456565" algn="r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456565" algn="l"/>
              </a:tabLst>
            </a:pPr>
            <a:r>
              <a:rPr sz="2800" dirty="0">
                <a:latin typeface="Verdana"/>
                <a:cs typeface="Verdana"/>
              </a:rPr>
              <a:t>What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makes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for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good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amplification?</a:t>
            </a:r>
            <a:endParaRPr sz="2800">
              <a:latin typeface="Verdana"/>
              <a:cs typeface="Verdana"/>
            </a:endParaRPr>
          </a:p>
          <a:p>
            <a:pPr marL="342265" marR="2193290" lvl="1" indent="-342265" algn="r">
              <a:lnSpc>
                <a:spcPct val="100000"/>
              </a:lnSpc>
              <a:spcBef>
                <a:spcPts val="220"/>
              </a:spcBef>
              <a:buSzPct val="50000"/>
              <a:buFont typeface="Wingdings"/>
              <a:buChar char=""/>
              <a:tabLst>
                <a:tab pos="342265" algn="l"/>
              </a:tabLst>
            </a:pPr>
            <a:r>
              <a:rPr sz="2400" dirty="0">
                <a:latin typeface="Verdana"/>
                <a:cs typeface="Verdana"/>
              </a:rPr>
              <a:t>Small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command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results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larger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reply</a:t>
            </a:r>
            <a:endParaRPr sz="2400">
              <a:latin typeface="Verdana"/>
              <a:cs typeface="Verdana"/>
            </a:endParaRPr>
          </a:p>
          <a:p>
            <a:pPr marL="1269365" lvl="2" indent="-342900">
              <a:lnSpc>
                <a:spcPct val="100000"/>
              </a:lnSpc>
              <a:spcBef>
                <a:spcPts val="254"/>
              </a:spcBef>
              <a:buSzPct val="50000"/>
              <a:buFont typeface="Wingdings"/>
              <a:buChar char=""/>
              <a:tabLst>
                <a:tab pos="1269365" algn="l"/>
              </a:tabLst>
            </a:pPr>
            <a:r>
              <a:rPr sz="2000" dirty="0">
                <a:latin typeface="Verdana"/>
                <a:cs typeface="Verdana"/>
              </a:rPr>
              <a:t>This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creates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Bandwidth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Amplification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Factor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(BAF)</a:t>
            </a:r>
            <a:endParaRPr sz="2000">
              <a:latin typeface="Verdana"/>
              <a:cs typeface="Verdana"/>
            </a:endParaRPr>
          </a:p>
          <a:p>
            <a:pPr marL="1269365" lvl="2" indent="-342900">
              <a:lnSpc>
                <a:spcPct val="100000"/>
              </a:lnSpc>
              <a:spcBef>
                <a:spcPts val="265"/>
              </a:spcBef>
              <a:buSzPct val="50000"/>
              <a:buFont typeface="Wingdings"/>
              <a:buChar char=""/>
              <a:tabLst>
                <a:tab pos="1269365" algn="l"/>
              </a:tabLst>
            </a:pPr>
            <a:r>
              <a:rPr sz="2000" dirty="0">
                <a:latin typeface="Verdana"/>
                <a:cs typeface="Verdana"/>
              </a:rPr>
              <a:t>Reply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Length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/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Request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Length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BAF</a:t>
            </a:r>
            <a:endParaRPr sz="2000">
              <a:latin typeface="Verdana"/>
              <a:cs typeface="Verdana"/>
            </a:endParaRPr>
          </a:p>
          <a:p>
            <a:pPr marL="1269365" lvl="2" indent="-342900">
              <a:lnSpc>
                <a:spcPct val="100000"/>
              </a:lnSpc>
              <a:spcBef>
                <a:spcPts val="254"/>
              </a:spcBef>
              <a:buSzPct val="50000"/>
              <a:buFont typeface="Wingdings"/>
              <a:buChar char=""/>
              <a:tabLst>
                <a:tab pos="1269365" algn="l"/>
                <a:tab pos="2654935" algn="l"/>
              </a:tabLst>
            </a:pPr>
            <a:r>
              <a:rPr sz="2000" spc="-10" dirty="0">
                <a:latin typeface="Verdana"/>
                <a:cs typeface="Verdana"/>
              </a:rPr>
              <a:t>Example:</a:t>
            </a:r>
            <a:r>
              <a:rPr sz="2000" dirty="0">
                <a:latin typeface="Verdana"/>
                <a:cs typeface="Verdana"/>
              </a:rPr>
              <a:t>	3223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bytes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/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64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bytes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BAF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50.4</a:t>
            </a:r>
            <a:endParaRPr sz="20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buFont typeface="Wingdings"/>
              <a:buChar char=""/>
            </a:pPr>
            <a:endParaRPr sz="20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ts val="195"/>
              </a:spcBef>
              <a:buFont typeface="Wingdings"/>
              <a:buChar char=""/>
            </a:pPr>
            <a:endParaRPr sz="2000">
              <a:latin typeface="Verdana"/>
              <a:cs typeface="Verdana"/>
            </a:endParaRPr>
          </a:p>
          <a:p>
            <a:pPr marL="469900" marR="5080" indent="-457200">
              <a:lnSpc>
                <a:spcPts val="3030"/>
              </a:lnSpc>
              <a:buFont typeface="Arial"/>
              <a:buChar char="•"/>
              <a:tabLst>
                <a:tab pos="469900" algn="l"/>
              </a:tabLst>
            </a:pPr>
            <a:r>
              <a:rPr sz="2800" dirty="0">
                <a:latin typeface="Verdana"/>
                <a:cs typeface="Verdana"/>
              </a:rPr>
              <a:t>Chart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on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next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slide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created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with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data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from </a:t>
            </a:r>
            <a:r>
              <a:rPr sz="2800" spc="-30" dirty="0">
                <a:latin typeface="Verdana"/>
                <a:cs typeface="Verdana"/>
                <a:hlinkClick r:id="rId2"/>
              </a:rPr>
              <a:t>https://www.us-</a:t>
            </a:r>
            <a:r>
              <a:rPr sz="2800" spc="-25" dirty="0">
                <a:latin typeface="Verdana"/>
                <a:cs typeface="Verdana"/>
                <a:hlinkClick r:id="rId2"/>
              </a:rPr>
              <a:t>cert.gov/ncas/alerts/TA14-</a:t>
            </a:r>
            <a:r>
              <a:rPr sz="2800" spc="-20" dirty="0">
                <a:latin typeface="Verdana"/>
                <a:cs typeface="Verdana"/>
                <a:hlinkClick r:id="rId2"/>
              </a:rPr>
              <a:t>017A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7096" y="2311273"/>
            <a:ext cx="97028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b="1" spc="-20" dirty="0">
                <a:solidFill>
                  <a:srgbClr val="FFFFFF"/>
                </a:solidFill>
                <a:latin typeface="Calibri"/>
                <a:cs typeface="Calibri"/>
              </a:rPr>
              <a:t>Protocol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18529" y="6624218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BEBEBE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15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36278" y="1640332"/>
            <a:ext cx="1554480" cy="949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b="1" spc="-10" dirty="0">
                <a:solidFill>
                  <a:srgbClr val="FFFFFF"/>
                </a:solidFill>
                <a:latin typeface="Calibri"/>
                <a:cs typeface="Calibri"/>
              </a:rPr>
              <a:t>Bandwidth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2200" b="1" spc="-10" dirty="0">
                <a:solidFill>
                  <a:srgbClr val="FFFFFF"/>
                </a:solidFill>
                <a:latin typeface="Calibri"/>
                <a:cs typeface="Calibri"/>
              </a:rPr>
              <a:t>Amplification Factor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7096" y="2755900"/>
            <a:ext cx="59118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spc="-30" dirty="0">
                <a:latin typeface="Calibri"/>
                <a:cs typeface="Calibri"/>
              </a:rPr>
              <a:t>LDAP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36278" y="2755900"/>
            <a:ext cx="93027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dirty="0">
                <a:latin typeface="Calibri"/>
                <a:cs typeface="Calibri"/>
              </a:rPr>
              <a:t>46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55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7096" y="3200907"/>
            <a:ext cx="54483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spc="-15" dirty="0">
                <a:latin typeface="Calibri"/>
                <a:cs typeface="Calibri"/>
              </a:rPr>
              <a:t>TFTP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36278" y="3200907"/>
            <a:ext cx="28384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spc="-25" dirty="0">
                <a:latin typeface="Calibri"/>
                <a:cs typeface="Calibri"/>
              </a:rPr>
              <a:t>60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37096" y="3645915"/>
            <a:ext cx="278193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dirty="0">
                <a:latin typeface="Calibri"/>
                <a:cs typeface="Calibri"/>
              </a:rPr>
              <a:t>Quake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Network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Protocol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36278" y="3645915"/>
            <a:ext cx="49466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spc="-20" dirty="0">
                <a:latin typeface="Calibri"/>
                <a:cs typeface="Calibri"/>
              </a:rPr>
              <a:t>63.9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37096" y="4090670"/>
            <a:ext cx="63373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spc="-10" dirty="0">
                <a:latin typeface="Calibri"/>
                <a:cs typeface="Calibri"/>
              </a:rPr>
              <a:t>RIPv1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36278" y="4090670"/>
            <a:ext cx="7785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spc="-10" dirty="0">
                <a:latin typeface="Calibri"/>
                <a:cs typeface="Calibri"/>
              </a:rPr>
              <a:t>131.24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37096" y="4535678"/>
            <a:ext cx="67183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spc="-40" dirty="0">
                <a:latin typeface="Calibri"/>
                <a:cs typeface="Calibri"/>
              </a:rPr>
              <a:t>QOTD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36278" y="4535678"/>
            <a:ext cx="63690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spc="-10" dirty="0">
                <a:latin typeface="Calibri"/>
                <a:cs typeface="Calibri"/>
              </a:rPr>
              <a:t>140.3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37096" y="4980685"/>
            <a:ext cx="112395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spc="-25" dirty="0">
                <a:latin typeface="Calibri"/>
                <a:cs typeface="Calibri"/>
              </a:rPr>
              <a:t>CHARGEN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36278" y="4980685"/>
            <a:ext cx="63690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spc="-10" dirty="0">
                <a:latin typeface="Calibri"/>
                <a:cs typeface="Calibri"/>
              </a:rPr>
              <a:t>358.8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37096" y="5425363"/>
            <a:ext cx="46037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spc="-30" dirty="0">
                <a:latin typeface="Calibri"/>
                <a:cs typeface="Calibri"/>
              </a:rPr>
              <a:t>NTP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36278" y="5425363"/>
            <a:ext cx="63690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spc="-10" dirty="0">
                <a:latin typeface="Calibri"/>
                <a:cs typeface="Calibri"/>
              </a:rPr>
              <a:t>556.9</a:t>
            </a:r>
            <a:endParaRPr sz="2200">
              <a:latin typeface="Calibri"/>
              <a:cs typeface="Calibri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120257" y="1525905"/>
          <a:ext cx="5285740" cy="4671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9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5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109855">
                        <a:lnSpc>
                          <a:spcPct val="100000"/>
                        </a:lnSpc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Protocol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10489" marR="5137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Bandwidth Amplification Factor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0" dirty="0">
                          <a:latin typeface="Calibri"/>
                          <a:cs typeface="Calibri"/>
                        </a:rPr>
                        <a:t>LDAP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46</a:t>
                      </a:r>
                      <a:r>
                        <a:rPr sz="2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5" dirty="0">
                          <a:latin typeface="Calibri"/>
                          <a:cs typeface="Calibri"/>
                        </a:rPr>
                        <a:t>55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0" dirty="0">
                          <a:latin typeface="Calibri"/>
                          <a:cs typeface="Calibri"/>
                        </a:rPr>
                        <a:t>TFTP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Calibri"/>
                          <a:cs typeface="Calibri"/>
                        </a:rPr>
                        <a:t>60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Quake</a:t>
                      </a:r>
                      <a:r>
                        <a:rPr sz="22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Network</a:t>
                      </a:r>
                      <a:r>
                        <a:rPr sz="22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Protocol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0" dirty="0">
                          <a:latin typeface="Calibri"/>
                          <a:cs typeface="Calibri"/>
                        </a:rPr>
                        <a:t>63.9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RIPv1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131.24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0" dirty="0">
                          <a:latin typeface="Calibri"/>
                          <a:cs typeface="Calibri"/>
                        </a:rPr>
                        <a:t>QOTD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140.3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CHARGEN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358.8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Calibri"/>
                          <a:cs typeface="Calibri"/>
                        </a:rPr>
                        <a:t>NTP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556.9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Memcached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up</a:t>
                      </a:r>
                      <a:r>
                        <a:rPr sz="2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 51,000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353974" y="356057"/>
            <a:ext cx="42684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Amplification</a:t>
            </a:r>
            <a:r>
              <a:rPr spc="-25" dirty="0"/>
              <a:t> </a:t>
            </a:r>
            <a:r>
              <a:rPr spc="-10" dirty="0"/>
              <a:t>Factors</a:t>
            </a: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773379" y="1525905"/>
          <a:ext cx="4752340" cy="4671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1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5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109855">
                        <a:lnSpc>
                          <a:spcPct val="100000"/>
                        </a:lnSpc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Protocol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09855" marR="2286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Bandwidth Amplification Factor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Multicast</a:t>
                      </a:r>
                      <a:r>
                        <a:rPr sz="22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DNS</a:t>
                      </a:r>
                      <a:r>
                        <a:rPr sz="2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(mDNS)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2-</a:t>
                      </a:r>
                      <a:r>
                        <a:rPr sz="2200" spc="-25" dirty="0">
                          <a:latin typeface="Calibri"/>
                          <a:cs typeface="Calibri"/>
                        </a:rPr>
                        <a:t>10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BitTorrent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Calibri"/>
                          <a:cs typeface="Calibri"/>
                        </a:rPr>
                        <a:t>3.8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NetBIOS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Calibri"/>
                          <a:cs typeface="Calibri"/>
                        </a:rPr>
                        <a:t>3.8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Steam</a:t>
                      </a:r>
                      <a:r>
                        <a:rPr sz="2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Protocol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Calibri"/>
                          <a:cs typeface="Calibri"/>
                        </a:rPr>
                        <a:t>5.5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SNMPv2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Calibri"/>
                          <a:cs typeface="Calibri"/>
                        </a:rPr>
                        <a:t>6.3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Portmap</a:t>
                      </a:r>
                      <a:r>
                        <a:rPr sz="2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(RPCbind)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7</a:t>
                      </a:r>
                      <a:r>
                        <a:rPr sz="2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35" dirty="0">
                          <a:latin typeface="Calibri"/>
                          <a:cs typeface="Calibri"/>
                        </a:rPr>
                        <a:t>28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Calibri"/>
                          <a:cs typeface="Calibri"/>
                        </a:rPr>
                        <a:t>DNS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28</a:t>
                      </a:r>
                      <a:r>
                        <a:rPr sz="2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5" dirty="0">
                          <a:latin typeface="Calibri"/>
                          <a:cs typeface="Calibri"/>
                        </a:rPr>
                        <a:t>54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0" dirty="0">
                          <a:latin typeface="Calibri"/>
                          <a:cs typeface="Calibri"/>
                        </a:rPr>
                        <a:t>SSDP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0" dirty="0">
                          <a:latin typeface="Calibri"/>
                          <a:cs typeface="Calibri"/>
                        </a:rPr>
                        <a:t>30.8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DNS</a:t>
            </a:r>
            <a:r>
              <a:rPr spc="-15" dirty="0"/>
              <a:t> </a:t>
            </a:r>
            <a:r>
              <a:rPr dirty="0"/>
              <a:t>Amplification</a:t>
            </a:r>
            <a:r>
              <a:rPr spc="-2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655" y="2863418"/>
            <a:ext cx="3018790" cy="657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485"/>
              </a:lnSpc>
              <a:spcBef>
                <a:spcPts val="105"/>
              </a:spcBef>
            </a:pPr>
            <a:r>
              <a:rPr sz="2300" b="1" dirty="0">
                <a:latin typeface="Cordia New"/>
                <a:cs typeface="Cordia New"/>
              </a:rPr>
              <a:t>&gt;</a:t>
            </a:r>
            <a:r>
              <a:rPr sz="2300" b="1" spc="-5" dirty="0">
                <a:latin typeface="Cordia New"/>
                <a:cs typeface="Cordia New"/>
              </a:rPr>
              <a:t> </a:t>
            </a:r>
            <a:r>
              <a:rPr sz="2300" b="1" dirty="0">
                <a:latin typeface="Cordia New"/>
                <a:cs typeface="Cordia New"/>
              </a:rPr>
              <a:t>dig</a:t>
            </a:r>
            <a:r>
              <a:rPr sz="2300" b="1" spc="-20" dirty="0">
                <a:latin typeface="Cordia New"/>
                <a:cs typeface="Cordia New"/>
              </a:rPr>
              <a:t> </a:t>
            </a:r>
            <a:r>
              <a:rPr sz="2300" b="1" dirty="0">
                <a:latin typeface="Cordia New"/>
                <a:cs typeface="Cordia New"/>
              </a:rPr>
              <a:t>ANY</a:t>
            </a:r>
            <a:r>
              <a:rPr sz="2300" b="1" spc="-25" dirty="0">
                <a:latin typeface="Cordia New"/>
                <a:cs typeface="Cordia New"/>
              </a:rPr>
              <a:t> </a:t>
            </a:r>
            <a:r>
              <a:rPr sz="2300" b="1" dirty="0">
                <a:latin typeface="Cordia New"/>
                <a:cs typeface="Cordia New"/>
              </a:rPr>
              <a:t>microsoft.com</a:t>
            </a:r>
            <a:r>
              <a:rPr sz="2300" b="1" spc="-40" dirty="0">
                <a:latin typeface="Cordia New"/>
                <a:cs typeface="Cordia New"/>
              </a:rPr>
              <a:t> </a:t>
            </a:r>
            <a:r>
              <a:rPr sz="2300" b="1" spc="-10" dirty="0">
                <a:latin typeface="Cordia New"/>
                <a:cs typeface="Cordia New"/>
              </a:rPr>
              <a:t>@8.8.8.8</a:t>
            </a:r>
            <a:endParaRPr sz="2300">
              <a:latin typeface="Cordia New"/>
              <a:cs typeface="Cordia New"/>
            </a:endParaRPr>
          </a:p>
          <a:p>
            <a:pPr marL="12700">
              <a:lnSpc>
                <a:spcPts val="2485"/>
              </a:lnSpc>
              <a:tabLst>
                <a:tab pos="1452245" algn="l"/>
                <a:tab pos="2173605" algn="l"/>
                <a:tab pos="2533015" algn="l"/>
              </a:tabLst>
            </a:pPr>
            <a:r>
              <a:rPr sz="2300" b="1" spc="-10" dirty="0">
                <a:latin typeface="Cordia New"/>
                <a:cs typeface="Cordia New"/>
              </a:rPr>
              <a:t>microsoft.com.</a:t>
            </a:r>
            <a:r>
              <a:rPr sz="2300" b="1" dirty="0">
                <a:latin typeface="Cordia New"/>
                <a:cs typeface="Cordia New"/>
              </a:rPr>
              <a:t>	</a:t>
            </a:r>
            <a:r>
              <a:rPr sz="2300" b="1" spc="-10" dirty="0">
                <a:latin typeface="Cordia New"/>
                <a:cs typeface="Cordia New"/>
              </a:rPr>
              <a:t>21599</a:t>
            </a:r>
            <a:r>
              <a:rPr sz="2300" b="1" dirty="0">
                <a:latin typeface="Cordia New"/>
                <a:cs typeface="Cordia New"/>
              </a:rPr>
              <a:t>	</a:t>
            </a:r>
            <a:r>
              <a:rPr sz="2300" b="1" spc="-25" dirty="0">
                <a:latin typeface="Cordia New"/>
                <a:cs typeface="Cordia New"/>
              </a:rPr>
              <a:t>IN</a:t>
            </a:r>
            <a:r>
              <a:rPr sz="2300" b="1" dirty="0">
                <a:latin typeface="Cordia New"/>
                <a:cs typeface="Cordia New"/>
              </a:rPr>
              <a:t>	</a:t>
            </a:r>
            <a:r>
              <a:rPr sz="2300" b="1" spc="-25" dirty="0">
                <a:latin typeface="Cordia New"/>
                <a:cs typeface="Cordia New"/>
              </a:rPr>
              <a:t>NS</a:t>
            </a:r>
            <a:endParaRPr sz="2300">
              <a:latin typeface="Cordia New"/>
              <a:cs typeface="Cordia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08934" y="3144393"/>
            <a:ext cx="112331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Cordia New"/>
                <a:cs typeface="Cordia New"/>
              </a:rPr>
              <a:t>ns1.msft.net.</a:t>
            </a:r>
            <a:endParaRPr sz="2300">
              <a:latin typeface="Cordia New"/>
              <a:cs typeface="Cordia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9605" y="3499110"/>
          <a:ext cx="11781789" cy="289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5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58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6385">
                <a:tc>
                  <a:txBody>
                    <a:bodyPr/>
                    <a:lstStyle/>
                    <a:p>
                      <a:pPr marR="57785" algn="ctr">
                        <a:lnSpc>
                          <a:spcPts val="2155"/>
                        </a:lnSpc>
                      </a:pPr>
                      <a:r>
                        <a:rPr sz="2300" b="1" spc="-10" dirty="0">
                          <a:latin typeface="Cordia New"/>
                          <a:cs typeface="Cordia New"/>
                        </a:rPr>
                        <a:t>microsoft.com.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545" algn="ctr">
                        <a:lnSpc>
                          <a:spcPts val="2155"/>
                        </a:lnSpc>
                      </a:pPr>
                      <a:r>
                        <a:rPr sz="2300" b="1" spc="-20" dirty="0">
                          <a:latin typeface="Cordia New"/>
                          <a:cs typeface="Cordia New"/>
                        </a:rPr>
                        <a:t>3599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2155"/>
                        </a:lnSpc>
                      </a:pPr>
                      <a:r>
                        <a:rPr sz="2300" b="1" spc="-25" dirty="0">
                          <a:latin typeface="Cordia New"/>
                          <a:cs typeface="Cordia New"/>
                        </a:rPr>
                        <a:t>IN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155"/>
                        </a:lnSpc>
                      </a:pPr>
                      <a:r>
                        <a:rPr sz="2300" b="1" spc="-25" dirty="0">
                          <a:latin typeface="Cordia New"/>
                          <a:cs typeface="Cordia New"/>
                        </a:rPr>
                        <a:t>SOA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2155"/>
                        </a:lnSpc>
                      </a:pPr>
                      <a:r>
                        <a:rPr sz="2300" b="1" spc="-10" dirty="0">
                          <a:latin typeface="Cordia New"/>
                          <a:cs typeface="Cordia New"/>
                        </a:rPr>
                        <a:t>ns1.msft.net.</a:t>
                      </a:r>
                      <a:r>
                        <a:rPr sz="2300" b="1" spc="-20" dirty="0">
                          <a:latin typeface="Cordia New"/>
                          <a:cs typeface="Cordia New"/>
                        </a:rPr>
                        <a:t> </a:t>
                      </a:r>
                      <a:r>
                        <a:rPr sz="2300" b="1" dirty="0">
                          <a:latin typeface="Cordia New"/>
                          <a:cs typeface="Cordia New"/>
                        </a:rPr>
                        <a:t>msnhst.microsoft.com.</a:t>
                      </a:r>
                      <a:r>
                        <a:rPr sz="2300" b="1" spc="-45" dirty="0">
                          <a:latin typeface="Cordia New"/>
                          <a:cs typeface="Cordia New"/>
                        </a:rPr>
                        <a:t> </a:t>
                      </a:r>
                      <a:r>
                        <a:rPr sz="2300" b="1" dirty="0">
                          <a:latin typeface="Cordia New"/>
                          <a:cs typeface="Cordia New"/>
                        </a:rPr>
                        <a:t>2018052001</a:t>
                      </a:r>
                      <a:r>
                        <a:rPr sz="2300" b="1" spc="-55" dirty="0">
                          <a:latin typeface="Cordia New"/>
                          <a:cs typeface="Cordia New"/>
                        </a:rPr>
                        <a:t> </a:t>
                      </a:r>
                      <a:r>
                        <a:rPr sz="2300" b="1" dirty="0">
                          <a:latin typeface="Cordia New"/>
                          <a:cs typeface="Cordia New"/>
                        </a:rPr>
                        <a:t>7200</a:t>
                      </a:r>
                      <a:r>
                        <a:rPr sz="2300" b="1" spc="-35" dirty="0">
                          <a:latin typeface="Cordia New"/>
                          <a:cs typeface="Cordia New"/>
                        </a:rPr>
                        <a:t> </a:t>
                      </a:r>
                      <a:r>
                        <a:rPr sz="2300" b="1" dirty="0">
                          <a:latin typeface="Cordia New"/>
                          <a:cs typeface="Cordia New"/>
                        </a:rPr>
                        <a:t>600</a:t>
                      </a:r>
                      <a:r>
                        <a:rPr sz="2300" b="1" spc="-30" dirty="0">
                          <a:latin typeface="Cordia New"/>
                          <a:cs typeface="Cordia New"/>
                        </a:rPr>
                        <a:t> </a:t>
                      </a:r>
                      <a:r>
                        <a:rPr sz="2300" b="1" dirty="0">
                          <a:latin typeface="Cordia New"/>
                          <a:cs typeface="Cordia New"/>
                        </a:rPr>
                        <a:t>2419200</a:t>
                      </a:r>
                      <a:r>
                        <a:rPr sz="2300" b="1" spc="-45" dirty="0">
                          <a:latin typeface="Cordia New"/>
                          <a:cs typeface="Cordia New"/>
                        </a:rPr>
                        <a:t> </a:t>
                      </a:r>
                      <a:r>
                        <a:rPr sz="2300" b="1" spc="-20" dirty="0">
                          <a:latin typeface="Cordia New"/>
                          <a:cs typeface="Cordia New"/>
                        </a:rPr>
                        <a:t>3600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R="57785" algn="ctr">
                        <a:lnSpc>
                          <a:spcPts val="2110"/>
                        </a:lnSpc>
                      </a:pPr>
                      <a:r>
                        <a:rPr sz="2300" b="1" spc="-10" dirty="0">
                          <a:latin typeface="Cordia New"/>
                          <a:cs typeface="Cordia New"/>
                        </a:rPr>
                        <a:t>microsoft.com.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545" algn="ctr">
                        <a:lnSpc>
                          <a:spcPts val="2110"/>
                        </a:lnSpc>
                      </a:pPr>
                      <a:r>
                        <a:rPr sz="2300" b="1" spc="-20" dirty="0">
                          <a:latin typeface="Cordia New"/>
                          <a:cs typeface="Cordia New"/>
                        </a:rPr>
                        <a:t>3599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2110"/>
                        </a:lnSpc>
                      </a:pPr>
                      <a:r>
                        <a:rPr sz="2300" b="1" spc="-25" dirty="0">
                          <a:latin typeface="Cordia New"/>
                          <a:cs typeface="Cordia New"/>
                        </a:rPr>
                        <a:t>IN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110"/>
                        </a:lnSpc>
                        <a:tabLst>
                          <a:tab pos="508634" algn="l"/>
                        </a:tabLst>
                      </a:pPr>
                      <a:r>
                        <a:rPr sz="2300" b="1" spc="-25" dirty="0">
                          <a:latin typeface="Cordia New"/>
                          <a:cs typeface="Cordia New"/>
                        </a:rPr>
                        <a:t>MX</a:t>
                      </a:r>
                      <a:r>
                        <a:rPr sz="2300" b="1" dirty="0">
                          <a:latin typeface="Cordia New"/>
                          <a:cs typeface="Cordia New"/>
                        </a:rPr>
                        <a:t>	</a:t>
                      </a:r>
                      <a:r>
                        <a:rPr sz="2300" b="1" spc="-25" dirty="0">
                          <a:latin typeface="Cordia New"/>
                          <a:cs typeface="Cordia New"/>
                        </a:rPr>
                        <a:t>10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110"/>
                        </a:lnSpc>
                      </a:pPr>
                      <a:r>
                        <a:rPr sz="2300" b="1" spc="-10" dirty="0">
                          <a:latin typeface="Cordia New"/>
                          <a:cs typeface="Cordia New"/>
                        </a:rPr>
                        <a:t>microsoft-com.mail.protection.outlook.com.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R="57785" algn="ctr">
                        <a:lnSpc>
                          <a:spcPts val="2105"/>
                        </a:lnSpc>
                      </a:pPr>
                      <a:r>
                        <a:rPr sz="2300" b="1" spc="-10" dirty="0">
                          <a:latin typeface="Cordia New"/>
                          <a:cs typeface="Cordia New"/>
                        </a:rPr>
                        <a:t>microsoft.com.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545" algn="ctr">
                        <a:lnSpc>
                          <a:spcPts val="2105"/>
                        </a:lnSpc>
                      </a:pPr>
                      <a:r>
                        <a:rPr sz="2300" b="1" spc="-20" dirty="0">
                          <a:latin typeface="Cordia New"/>
                          <a:cs typeface="Cordia New"/>
                        </a:rPr>
                        <a:t>3599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2105"/>
                        </a:lnSpc>
                      </a:pPr>
                      <a:r>
                        <a:rPr sz="2300" b="1" spc="-25" dirty="0">
                          <a:latin typeface="Cordia New"/>
                          <a:cs typeface="Cordia New"/>
                        </a:rPr>
                        <a:t>IN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105"/>
                        </a:lnSpc>
                      </a:pPr>
                      <a:r>
                        <a:rPr sz="2300" b="1" spc="-25" dirty="0">
                          <a:latin typeface="Cordia New"/>
                          <a:cs typeface="Cordia New"/>
                        </a:rPr>
                        <a:t>TXT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2105"/>
                        </a:lnSpc>
                      </a:pPr>
                      <a:r>
                        <a:rPr sz="2300" b="1" spc="-10" dirty="0">
                          <a:latin typeface="Cordia New"/>
                          <a:cs typeface="Cordia New"/>
                        </a:rPr>
                        <a:t>"facebook-domain-verification=bcas5uzlvu0s3mrw139a00os3o66wr"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marR="56515" algn="ctr">
                        <a:lnSpc>
                          <a:spcPts val="2110"/>
                        </a:lnSpc>
                      </a:pPr>
                      <a:r>
                        <a:rPr sz="2300" b="1" spc="-10" dirty="0">
                          <a:latin typeface="Cordia New"/>
                          <a:cs typeface="Cordia New"/>
                        </a:rPr>
                        <a:t>microsoft.com.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545" algn="ctr">
                        <a:lnSpc>
                          <a:spcPts val="2110"/>
                        </a:lnSpc>
                      </a:pPr>
                      <a:r>
                        <a:rPr sz="2300" b="1" spc="-20" dirty="0">
                          <a:latin typeface="Cordia New"/>
                          <a:cs typeface="Cordia New"/>
                        </a:rPr>
                        <a:t>3599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2110"/>
                        </a:lnSpc>
                      </a:pPr>
                      <a:r>
                        <a:rPr sz="2300" b="1" spc="-25" dirty="0">
                          <a:latin typeface="Cordia New"/>
                          <a:cs typeface="Cordia New"/>
                        </a:rPr>
                        <a:t>IN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110"/>
                        </a:lnSpc>
                      </a:pPr>
                      <a:r>
                        <a:rPr sz="2300" b="1" spc="-25" dirty="0">
                          <a:latin typeface="Cordia New"/>
                          <a:cs typeface="Cordia New"/>
                        </a:rPr>
                        <a:t>TXT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2110"/>
                        </a:lnSpc>
                      </a:pPr>
                      <a:r>
                        <a:rPr sz="2300" b="1" spc="-10" dirty="0">
                          <a:latin typeface="Cordia New"/>
                          <a:cs typeface="Cordia New"/>
                        </a:rPr>
                        <a:t>"adobe-sign-verification=c1fea9b4cdd4df0d5778517f29e0934"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R="57785" algn="ctr">
                        <a:lnSpc>
                          <a:spcPts val="2110"/>
                        </a:lnSpc>
                      </a:pPr>
                      <a:r>
                        <a:rPr sz="2300" b="1" spc="-10" dirty="0">
                          <a:latin typeface="Cordia New"/>
                          <a:cs typeface="Cordia New"/>
                        </a:rPr>
                        <a:t>microsoft.com.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545" algn="ctr">
                        <a:lnSpc>
                          <a:spcPts val="2110"/>
                        </a:lnSpc>
                      </a:pPr>
                      <a:r>
                        <a:rPr sz="2300" b="1" spc="-20" dirty="0">
                          <a:latin typeface="Cordia New"/>
                          <a:cs typeface="Cordia New"/>
                        </a:rPr>
                        <a:t>3599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2110"/>
                        </a:lnSpc>
                      </a:pPr>
                      <a:r>
                        <a:rPr sz="2300" b="1" spc="-25" dirty="0">
                          <a:latin typeface="Cordia New"/>
                          <a:cs typeface="Cordia New"/>
                        </a:rPr>
                        <a:t>IN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110"/>
                        </a:lnSpc>
                      </a:pPr>
                      <a:r>
                        <a:rPr sz="2300" b="1" spc="-25" dirty="0">
                          <a:latin typeface="Cordia New"/>
                          <a:cs typeface="Cordia New"/>
                        </a:rPr>
                        <a:t>TXT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2110"/>
                        </a:lnSpc>
                      </a:pPr>
                      <a:r>
                        <a:rPr sz="2300" b="1" spc="-10" dirty="0">
                          <a:latin typeface="Cordia New"/>
                          <a:cs typeface="Cordia New"/>
                        </a:rPr>
                        <a:t>"facebook-domain-verification=gx5s19fp3o8aczby6a22clfhzm03as"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R="57785" algn="ctr">
                        <a:lnSpc>
                          <a:spcPts val="2110"/>
                        </a:lnSpc>
                      </a:pPr>
                      <a:r>
                        <a:rPr sz="2300" b="1" spc="-10" dirty="0">
                          <a:latin typeface="Cordia New"/>
                          <a:cs typeface="Cordia New"/>
                        </a:rPr>
                        <a:t>microsoft.com.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545" algn="ctr">
                        <a:lnSpc>
                          <a:spcPts val="2110"/>
                        </a:lnSpc>
                      </a:pPr>
                      <a:r>
                        <a:rPr sz="2300" b="1" spc="-20" dirty="0">
                          <a:latin typeface="Cordia New"/>
                          <a:cs typeface="Cordia New"/>
                        </a:rPr>
                        <a:t>3599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2110"/>
                        </a:lnSpc>
                      </a:pPr>
                      <a:r>
                        <a:rPr sz="2300" b="1" spc="-25" dirty="0">
                          <a:latin typeface="Cordia New"/>
                          <a:cs typeface="Cordia New"/>
                        </a:rPr>
                        <a:t>IN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110"/>
                        </a:lnSpc>
                      </a:pPr>
                      <a:r>
                        <a:rPr sz="2300" b="1" spc="-25" dirty="0">
                          <a:latin typeface="Cordia New"/>
                          <a:cs typeface="Cordia New"/>
                        </a:rPr>
                        <a:t>TXT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2110"/>
                        </a:lnSpc>
                      </a:pPr>
                      <a:r>
                        <a:rPr sz="2300" b="1" dirty="0">
                          <a:latin typeface="Cordia New"/>
                          <a:cs typeface="Cordia New"/>
                        </a:rPr>
                        <a:t>"v=spf1</a:t>
                      </a:r>
                      <a:r>
                        <a:rPr sz="2300" b="1" spc="40" dirty="0">
                          <a:latin typeface="Cordia New"/>
                          <a:cs typeface="Cordia New"/>
                        </a:rPr>
                        <a:t> </a:t>
                      </a:r>
                      <a:r>
                        <a:rPr sz="2300" b="1" spc="-10" dirty="0">
                          <a:latin typeface="Cordia New"/>
                          <a:cs typeface="Cordia New"/>
                        </a:rPr>
                        <a:t>include:_spf-</a:t>
                      </a:r>
                      <a:r>
                        <a:rPr sz="2300" b="1" dirty="0">
                          <a:latin typeface="Cordia New"/>
                          <a:cs typeface="Cordia New"/>
                        </a:rPr>
                        <a:t>a.microsoft.com</a:t>
                      </a:r>
                      <a:r>
                        <a:rPr sz="2300" b="1" spc="20" dirty="0">
                          <a:latin typeface="Cordia New"/>
                          <a:cs typeface="Cordia New"/>
                        </a:rPr>
                        <a:t> </a:t>
                      </a:r>
                      <a:r>
                        <a:rPr sz="2300" b="1" spc="-10" dirty="0">
                          <a:latin typeface="Cordia New"/>
                          <a:cs typeface="Cordia New"/>
                        </a:rPr>
                        <a:t>include:_spf-</a:t>
                      </a:r>
                      <a:r>
                        <a:rPr sz="2300" b="1" dirty="0">
                          <a:latin typeface="Cordia New"/>
                          <a:cs typeface="Cordia New"/>
                        </a:rPr>
                        <a:t>b.microsoft.com</a:t>
                      </a:r>
                      <a:r>
                        <a:rPr sz="2300" b="1" spc="30" dirty="0">
                          <a:latin typeface="Cordia New"/>
                          <a:cs typeface="Cordia New"/>
                        </a:rPr>
                        <a:t> </a:t>
                      </a:r>
                      <a:r>
                        <a:rPr sz="2300" b="1" spc="-10" dirty="0">
                          <a:latin typeface="Cordia New"/>
                          <a:cs typeface="Cordia New"/>
                        </a:rPr>
                        <a:t>include:_spf-c.microsoft.com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2110"/>
                        </a:lnSpc>
                      </a:pPr>
                      <a:r>
                        <a:rPr sz="2300" b="1" spc="-10" dirty="0">
                          <a:latin typeface="Cordia New"/>
                          <a:cs typeface="Cordia New"/>
                        </a:rPr>
                        <a:t>include:_spf-ssg-</a:t>
                      </a:r>
                      <a:r>
                        <a:rPr sz="2300" b="1" dirty="0">
                          <a:latin typeface="Cordia New"/>
                          <a:cs typeface="Cordia New"/>
                        </a:rPr>
                        <a:t>a.microsoft.com</a:t>
                      </a:r>
                      <a:r>
                        <a:rPr sz="2300" b="1" spc="-15" dirty="0">
                          <a:latin typeface="Cordia New"/>
                          <a:cs typeface="Cordia New"/>
                        </a:rPr>
                        <a:t> </a:t>
                      </a:r>
                      <a:r>
                        <a:rPr sz="2300" b="1" spc="-10" dirty="0">
                          <a:latin typeface="Cordia New"/>
                          <a:cs typeface="Cordia New"/>
                        </a:rPr>
                        <a:t>include:spf-</a:t>
                      </a:r>
                      <a:r>
                        <a:rPr sz="2300" b="1" dirty="0">
                          <a:latin typeface="Cordia New"/>
                          <a:cs typeface="Cordia New"/>
                        </a:rPr>
                        <a:t>a.hotmail.com</a:t>
                      </a:r>
                      <a:r>
                        <a:rPr sz="2300" b="1" spc="25" dirty="0">
                          <a:latin typeface="Cordia New"/>
                          <a:cs typeface="Cordia New"/>
                        </a:rPr>
                        <a:t> </a:t>
                      </a:r>
                      <a:r>
                        <a:rPr sz="2300" b="1" dirty="0">
                          <a:latin typeface="Cordia New"/>
                          <a:cs typeface="Cordia New"/>
                        </a:rPr>
                        <a:t>ip4:147.243.128.24</a:t>
                      </a:r>
                      <a:r>
                        <a:rPr sz="2300" b="1" spc="45" dirty="0">
                          <a:latin typeface="Cordia New"/>
                          <a:cs typeface="Cordia New"/>
                        </a:rPr>
                        <a:t> </a:t>
                      </a:r>
                      <a:r>
                        <a:rPr sz="2300" b="1" spc="-10" dirty="0">
                          <a:latin typeface="Cordia New"/>
                          <a:cs typeface="Cordia New"/>
                        </a:rPr>
                        <a:t>ip4:147.243.128.26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2105"/>
                        </a:lnSpc>
                      </a:pPr>
                      <a:r>
                        <a:rPr sz="2300" b="1" dirty="0">
                          <a:latin typeface="Cordia New"/>
                          <a:cs typeface="Cordia New"/>
                        </a:rPr>
                        <a:t>ip4:147.243.1.153</a:t>
                      </a:r>
                      <a:r>
                        <a:rPr sz="2300" b="1" spc="-40" dirty="0">
                          <a:latin typeface="Cordia New"/>
                          <a:cs typeface="Cordia New"/>
                        </a:rPr>
                        <a:t> </a:t>
                      </a:r>
                      <a:r>
                        <a:rPr sz="2300" b="1" dirty="0">
                          <a:latin typeface="Cordia New"/>
                          <a:cs typeface="Cordia New"/>
                        </a:rPr>
                        <a:t>ip4:147.243.1.47</a:t>
                      </a:r>
                      <a:r>
                        <a:rPr sz="2300" b="1" spc="-40" dirty="0">
                          <a:latin typeface="Cordia New"/>
                          <a:cs typeface="Cordia New"/>
                        </a:rPr>
                        <a:t> </a:t>
                      </a:r>
                      <a:r>
                        <a:rPr sz="2300" b="1" dirty="0">
                          <a:latin typeface="Cordia New"/>
                          <a:cs typeface="Cordia New"/>
                        </a:rPr>
                        <a:t>ip4:147.243.1.48</a:t>
                      </a:r>
                      <a:r>
                        <a:rPr sz="2300" b="1" spc="-50" dirty="0">
                          <a:latin typeface="Cordia New"/>
                          <a:cs typeface="Cordia New"/>
                        </a:rPr>
                        <a:t> </a:t>
                      </a:r>
                      <a:r>
                        <a:rPr sz="2300" b="1" dirty="0">
                          <a:latin typeface="Cordia New"/>
                          <a:cs typeface="Cordia New"/>
                        </a:rPr>
                        <a:t>-</a:t>
                      </a:r>
                      <a:r>
                        <a:rPr sz="2300" b="1" spc="-20" dirty="0">
                          <a:latin typeface="Cordia New"/>
                          <a:cs typeface="Cordia New"/>
                        </a:rPr>
                        <a:t>all"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marR="56515" algn="ctr">
                        <a:lnSpc>
                          <a:spcPts val="2110"/>
                        </a:lnSpc>
                      </a:pPr>
                      <a:r>
                        <a:rPr sz="2300" b="1" spc="-10" dirty="0">
                          <a:latin typeface="Cordia New"/>
                          <a:cs typeface="Cordia New"/>
                        </a:rPr>
                        <a:t>microsoft.com.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545" algn="ctr">
                        <a:lnSpc>
                          <a:spcPts val="2110"/>
                        </a:lnSpc>
                      </a:pPr>
                      <a:r>
                        <a:rPr sz="2300" b="1" spc="-20" dirty="0">
                          <a:latin typeface="Cordia New"/>
                          <a:cs typeface="Cordia New"/>
                        </a:rPr>
                        <a:t>3599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2110"/>
                        </a:lnSpc>
                      </a:pPr>
                      <a:r>
                        <a:rPr sz="2300" b="1" spc="-25" dirty="0">
                          <a:latin typeface="Cordia New"/>
                          <a:cs typeface="Cordia New"/>
                        </a:rPr>
                        <a:t>IN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110"/>
                        </a:lnSpc>
                      </a:pPr>
                      <a:r>
                        <a:rPr sz="2300" b="1" spc="-25" dirty="0">
                          <a:latin typeface="Cordia New"/>
                          <a:cs typeface="Cordia New"/>
                        </a:rPr>
                        <a:t>TXT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2110"/>
                        </a:lnSpc>
                      </a:pPr>
                      <a:r>
                        <a:rPr sz="2300" b="1" spc="-10" dirty="0">
                          <a:latin typeface="Cordia New"/>
                          <a:cs typeface="Cordia New"/>
                        </a:rPr>
                        <a:t>"FbUF6DbkE+Aw1/wi9xgDi8KVrIIZus5v8L6tbIQZkGrQ/rVQKJi8CjQbBtWtE64ey4NJJwj5J65PIggVY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2155"/>
                        </a:lnSpc>
                      </a:pPr>
                      <a:r>
                        <a:rPr sz="2300" b="1" spc="-10" dirty="0">
                          <a:latin typeface="Cordia New"/>
                          <a:cs typeface="Cordia New"/>
                        </a:rPr>
                        <a:t>NabdQ=="</a:t>
                      </a:r>
                      <a:endParaRPr sz="2300">
                        <a:latin typeface="Cordia New"/>
                        <a:cs typeface="Cordia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53339" y="1237488"/>
            <a:ext cx="12085320" cy="1704339"/>
            <a:chOff x="53339" y="1237488"/>
            <a:chExt cx="12085320" cy="170433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39" y="1237488"/>
              <a:ext cx="12085320" cy="17038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96162" y="1637538"/>
              <a:ext cx="588645" cy="1203960"/>
            </a:xfrm>
            <a:custGeom>
              <a:avLst/>
              <a:gdLst/>
              <a:ahLst/>
              <a:cxnLst/>
              <a:rect l="l" t="t" r="r" b="b"/>
              <a:pathLst>
                <a:path w="588644" h="1203960">
                  <a:moveTo>
                    <a:pt x="0" y="94487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7" y="0"/>
                  </a:lnTo>
                  <a:lnTo>
                    <a:pt x="493775" y="0"/>
                  </a:lnTo>
                  <a:lnTo>
                    <a:pt x="530560" y="7423"/>
                  </a:lnTo>
                  <a:lnTo>
                    <a:pt x="560593" y="27670"/>
                  </a:lnTo>
                  <a:lnTo>
                    <a:pt x="580840" y="57703"/>
                  </a:lnTo>
                  <a:lnTo>
                    <a:pt x="588263" y="94487"/>
                  </a:lnTo>
                  <a:lnTo>
                    <a:pt x="588263" y="472439"/>
                  </a:lnTo>
                  <a:lnTo>
                    <a:pt x="580840" y="509224"/>
                  </a:lnTo>
                  <a:lnTo>
                    <a:pt x="560593" y="539257"/>
                  </a:lnTo>
                  <a:lnTo>
                    <a:pt x="530560" y="559504"/>
                  </a:lnTo>
                  <a:lnTo>
                    <a:pt x="493775" y="566927"/>
                  </a:lnTo>
                  <a:lnTo>
                    <a:pt x="94487" y="566927"/>
                  </a:lnTo>
                  <a:lnTo>
                    <a:pt x="57703" y="559504"/>
                  </a:lnTo>
                  <a:lnTo>
                    <a:pt x="27670" y="539257"/>
                  </a:lnTo>
                  <a:lnTo>
                    <a:pt x="7423" y="509224"/>
                  </a:lnTo>
                  <a:lnTo>
                    <a:pt x="0" y="472439"/>
                  </a:lnTo>
                  <a:lnTo>
                    <a:pt x="0" y="94487"/>
                  </a:lnTo>
                  <a:close/>
                </a:path>
                <a:path w="588644" h="1203960">
                  <a:moveTo>
                    <a:pt x="0" y="730250"/>
                  </a:moveTo>
                  <a:lnTo>
                    <a:pt x="7445" y="693372"/>
                  </a:lnTo>
                  <a:lnTo>
                    <a:pt x="27749" y="663257"/>
                  </a:lnTo>
                  <a:lnTo>
                    <a:pt x="57864" y="642953"/>
                  </a:lnTo>
                  <a:lnTo>
                    <a:pt x="94741" y="635508"/>
                  </a:lnTo>
                  <a:lnTo>
                    <a:pt x="493521" y="635508"/>
                  </a:lnTo>
                  <a:lnTo>
                    <a:pt x="530399" y="642953"/>
                  </a:lnTo>
                  <a:lnTo>
                    <a:pt x="560514" y="663257"/>
                  </a:lnTo>
                  <a:lnTo>
                    <a:pt x="580818" y="693372"/>
                  </a:lnTo>
                  <a:lnTo>
                    <a:pt x="588263" y="730250"/>
                  </a:lnTo>
                  <a:lnTo>
                    <a:pt x="588263" y="1109217"/>
                  </a:lnTo>
                  <a:lnTo>
                    <a:pt x="580818" y="1146095"/>
                  </a:lnTo>
                  <a:lnTo>
                    <a:pt x="560514" y="1176210"/>
                  </a:lnTo>
                  <a:lnTo>
                    <a:pt x="530399" y="1196514"/>
                  </a:lnTo>
                  <a:lnTo>
                    <a:pt x="493521" y="1203960"/>
                  </a:lnTo>
                  <a:lnTo>
                    <a:pt x="94741" y="1203960"/>
                  </a:lnTo>
                  <a:lnTo>
                    <a:pt x="57864" y="1196514"/>
                  </a:lnTo>
                  <a:lnTo>
                    <a:pt x="27749" y="1176210"/>
                  </a:lnTo>
                  <a:lnTo>
                    <a:pt x="7445" y="1146095"/>
                  </a:lnTo>
                  <a:lnTo>
                    <a:pt x="0" y="1109217"/>
                  </a:lnTo>
                  <a:lnTo>
                    <a:pt x="0" y="730250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018529" y="6624218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BEBEBE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Mitigation</a:t>
            </a:r>
            <a:r>
              <a:rPr spc="-45" dirty="0"/>
              <a:t> </a:t>
            </a:r>
            <a:r>
              <a:rPr dirty="0"/>
              <a:t>Strategies</a:t>
            </a:r>
            <a:r>
              <a:rPr spc="-60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Connection</a:t>
            </a:r>
            <a:r>
              <a:rPr spc="-40" dirty="0"/>
              <a:t> </a:t>
            </a:r>
            <a:r>
              <a:rPr spc="-10" dirty="0"/>
              <a:t>Exhaustion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18529" y="6624218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BEBEBE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17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974" y="1266266"/>
            <a:ext cx="11365230" cy="4215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Protecting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your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services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from</a:t>
            </a:r>
            <a:r>
              <a:rPr sz="2800" spc="-10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connection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exhaustion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attacks</a:t>
            </a: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Font typeface="Arial"/>
              <a:buChar char="•"/>
            </a:pPr>
            <a:endParaRPr sz="28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Configure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OS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level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TCP/IP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stack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settings</a:t>
            </a:r>
            <a:endParaRPr sz="28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25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Enable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tcp_tw_reuse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(Linux)</a:t>
            </a:r>
            <a:endParaRPr sz="24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5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Decrease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TcpTimedWaitDelay </a:t>
            </a:r>
            <a:r>
              <a:rPr sz="2400" spc="-10" dirty="0">
                <a:latin typeface="Verdana"/>
                <a:cs typeface="Verdana"/>
              </a:rPr>
              <a:t>(Windows)</a:t>
            </a:r>
            <a:endParaRPr sz="24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04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Enable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SYN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cookies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(default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newer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OSs)</a:t>
            </a:r>
            <a:endParaRPr sz="24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Configure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service</a:t>
            </a:r>
            <a:r>
              <a:rPr sz="2800" spc="-12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applications</a:t>
            </a:r>
            <a:endParaRPr sz="2800">
              <a:latin typeface="Verdana"/>
              <a:cs typeface="Verdana"/>
            </a:endParaRPr>
          </a:p>
          <a:p>
            <a:pPr marL="812800" marR="5080" lvl="1" indent="-342900" algn="just">
              <a:lnSpc>
                <a:spcPts val="2590"/>
              </a:lnSpc>
              <a:spcBef>
                <a:spcPts val="535"/>
              </a:spcBef>
              <a:buSzPct val="50000"/>
              <a:buFont typeface="Wingdings"/>
              <a:buChar char=""/>
              <a:tabLst>
                <a:tab pos="812800" algn="l"/>
              </a:tabLst>
            </a:pPr>
            <a:r>
              <a:rPr sz="2400" dirty="0">
                <a:latin typeface="Verdana"/>
                <a:cs typeface="Verdana"/>
              </a:rPr>
              <a:t>Web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servers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can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mitigate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against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Slowloris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style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attacks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using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an </a:t>
            </a:r>
            <a:r>
              <a:rPr sz="2400" dirty="0">
                <a:latin typeface="Verdana"/>
                <a:cs typeface="Verdana"/>
              </a:rPr>
              <a:t>event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based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MPM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Apache,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using nginx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either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as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web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server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as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reverse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proxy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front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Mitigation</a:t>
            </a:r>
            <a:r>
              <a:rPr spc="-45" dirty="0"/>
              <a:t> </a:t>
            </a:r>
            <a:r>
              <a:rPr dirty="0"/>
              <a:t>Strategies</a:t>
            </a:r>
            <a:r>
              <a:rPr spc="-60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Connection</a:t>
            </a:r>
            <a:r>
              <a:rPr spc="-40" dirty="0"/>
              <a:t> </a:t>
            </a:r>
            <a:r>
              <a:rPr spc="-10" dirty="0"/>
              <a:t>Exhaustion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18529" y="6624218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BEBEBE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974" y="1235121"/>
            <a:ext cx="11427460" cy="40646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Implement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IPS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and/or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DDoS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filtering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on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your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NGFW</a:t>
            </a:r>
            <a:endParaRPr sz="2800">
              <a:latin typeface="Verdana"/>
              <a:cs typeface="Verdana"/>
            </a:endParaRPr>
          </a:p>
          <a:p>
            <a:pPr marL="812165" lvl="1" indent="-342265">
              <a:lnSpc>
                <a:spcPts val="2735"/>
              </a:lnSpc>
              <a:spcBef>
                <a:spcPts val="210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Even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if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your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firewall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doesn’t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provide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DDoS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protection,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some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IPS</a:t>
            </a:r>
            <a:endParaRPr sz="2400">
              <a:latin typeface="Verdana"/>
              <a:cs typeface="Verdana"/>
            </a:endParaRPr>
          </a:p>
          <a:p>
            <a:pPr marL="812800">
              <a:lnSpc>
                <a:spcPts val="2735"/>
              </a:lnSpc>
            </a:pPr>
            <a:r>
              <a:rPr sz="2400" dirty="0">
                <a:latin typeface="Verdana"/>
                <a:cs typeface="Verdana"/>
              </a:rPr>
              <a:t>services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will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block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some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types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DDoS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attacks</a:t>
            </a:r>
            <a:endParaRPr sz="24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Implement</a:t>
            </a:r>
            <a:r>
              <a:rPr sz="2800" spc="-114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load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balancing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with</a:t>
            </a:r>
            <a:r>
              <a:rPr sz="2800" spc="-114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additional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servers</a:t>
            </a:r>
            <a:endParaRPr sz="2800">
              <a:latin typeface="Verdana"/>
              <a:cs typeface="Verdana"/>
            </a:endParaRPr>
          </a:p>
          <a:p>
            <a:pPr marL="342265" marR="274320" lvl="1" indent="-342265" algn="r">
              <a:lnSpc>
                <a:spcPct val="100000"/>
              </a:lnSpc>
              <a:spcBef>
                <a:spcPts val="210"/>
              </a:spcBef>
              <a:buSzPct val="50000"/>
              <a:buFont typeface="Wingdings"/>
              <a:buChar char=""/>
              <a:tabLst>
                <a:tab pos="342265" algn="l"/>
              </a:tabLst>
            </a:pPr>
            <a:r>
              <a:rPr sz="2400" dirty="0">
                <a:latin typeface="Verdana"/>
                <a:cs typeface="Verdana"/>
              </a:rPr>
              <a:t>Better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yet,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configure</a:t>
            </a:r>
            <a:r>
              <a:rPr sz="2400" spc="-20" dirty="0">
                <a:latin typeface="Verdana"/>
                <a:cs typeface="Verdana"/>
              </a:rPr>
              <a:t> auto-</a:t>
            </a:r>
            <a:r>
              <a:rPr sz="2400" dirty="0">
                <a:latin typeface="Verdana"/>
                <a:cs typeface="Verdana"/>
              </a:rPr>
              <a:t>scaling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your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servers/cloud/containers</a:t>
            </a:r>
            <a:endParaRPr sz="2400">
              <a:latin typeface="Verdana"/>
              <a:cs typeface="Verdana"/>
            </a:endParaRPr>
          </a:p>
          <a:p>
            <a:pPr marL="456565" marR="210185" indent="-456565" algn="r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456565" algn="l"/>
              </a:tabLst>
            </a:pPr>
            <a:r>
              <a:rPr sz="2800" dirty="0">
                <a:latin typeface="Verdana"/>
                <a:cs typeface="Verdana"/>
              </a:rPr>
              <a:t>For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web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servers,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implement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WAF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at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network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or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server</a:t>
            </a:r>
            <a:endParaRPr sz="2800">
              <a:latin typeface="Verdana"/>
              <a:cs typeface="Verdana"/>
            </a:endParaRPr>
          </a:p>
          <a:p>
            <a:pPr marL="812165" lvl="1" indent="-342265">
              <a:lnSpc>
                <a:spcPts val="2735"/>
              </a:lnSpc>
              <a:spcBef>
                <a:spcPts val="204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Web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Application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Firewalls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can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block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malicious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traffic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provide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rate</a:t>
            </a:r>
            <a:endParaRPr sz="2400">
              <a:latin typeface="Verdana"/>
              <a:cs typeface="Verdana"/>
            </a:endParaRPr>
          </a:p>
          <a:p>
            <a:pPr marL="812800">
              <a:lnSpc>
                <a:spcPts val="2735"/>
              </a:lnSpc>
            </a:pPr>
            <a:r>
              <a:rPr sz="2400" dirty="0">
                <a:latin typeface="Verdana"/>
                <a:cs typeface="Verdana"/>
              </a:rPr>
              <a:t>limiting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at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application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layer</a:t>
            </a:r>
            <a:endParaRPr sz="2400">
              <a:latin typeface="Verdana"/>
              <a:cs typeface="Verdana"/>
            </a:endParaRPr>
          </a:p>
          <a:p>
            <a:pPr marL="812800" marR="161290" lvl="1" indent="-342900">
              <a:lnSpc>
                <a:spcPts val="2590"/>
              </a:lnSpc>
              <a:spcBef>
                <a:spcPts val="545"/>
              </a:spcBef>
              <a:buSzPct val="50000"/>
              <a:buFont typeface="Wingdings"/>
              <a:buChar char=""/>
              <a:tabLst>
                <a:tab pos="812800" algn="l"/>
              </a:tabLst>
            </a:pPr>
            <a:r>
              <a:rPr sz="2400" dirty="0">
                <a:latin typeface="Verdana"/>
                <a:cs typeface="Verdana"/>
              </a:rPr>
              <a:t>ModSecurity is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free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WAF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that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can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embedded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web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servers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or </a:t>
            </a:r>
            <a:r>
              <a:rPr sz="2400" dirty="0">
                <a:latin typeface="Verdana"/>
                <a:cs typeface="Verdana"/>
              </a:rPr>
              <a:t>installed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as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reverse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proxy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Mitigation</a:t>
            </a:r>
            <a:r>
              <a:rPr spc="-45" dirty="0"/>
              <a:t> </a:t>
            </a:r>
            <a:r>
              <a:rPr dirty="0"/>
              <a:t>Strategies</a:t>
            </a:r>
            <a:r>
              <a:rPr spc="-60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Connection</a:t>
            </a:r>
            <a:r>
              <a:rPr spc="-40" dirty="0"/>
              <a:t> </a:t>
            </a:r>
            <a:r>
              <a:rPr spc="-10" dirty="0"/>
              <a:t>Exhaustion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974" y="1235121"/>
            <a:ext cx="11336655" cy="12687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Install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dedicated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on-</a:t>
            </a:r>
            <a:r>
              <a:rPr sz="2800" dirty="0">
                <a:latin typeface="Verdana"/>
                <a:cs typeface="Verdana"/>
              </a:rPr>
              <a:t>premise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DDoS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filtering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appliance(s)</a:t>
            </a:r>
            <a:endParaRPr sz="28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0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Pros: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Low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latency,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high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degree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control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(TLS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keys,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data)</a:t>
            </a:r>
            <a:endParaRPr sz="24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9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Cons: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Cost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(CapEx),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bandwidth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limitations,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req’d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technical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expertise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77595" y="2400300"/>
            <a:ext cx="11036935" cy="4178935"/>
            <a:chOff x="577595" y="2400300"/>
            <a:chExt cx="11036935" cy="41789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595" y="2418588"/>
              <a:ext cx="4614672" cy="41605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4124" y="2400300"/>
              <a:ext cx="6050280" cy="41788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55606" y="3412172"/>
              <a:ext cx="790621" cy="33178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423906" y="3458971"/>
            <a:ext cx="13315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Verdana"/>
                <a:cs typeface="Verdana"/>
              </a:rPr>
              <a:t>Attack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traffic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18529" y="6624218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BEBEBE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19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Mitigation</a:t>
            </a:r>
            <a:r>
              <a:rPr spc="-40" dirty="0"/>
              <a:t> </a:t>
            </a:r>
            <a:r>
              <a:rPr dirty="0"/>
              <a:t>Strategies</a:t>
            </a:r>
            <a:r>
              <a:rPr spc="-6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Bandwidth</a:t>
            </a:r>
            <a:r>
              <a:rPr spc="-25" dirty="0"/>
              <a:t> </a:t>
            </a:r>
            <a:r>
              <a:rPr spc="-10" dirty="0"/>
              <a:t>Exhaustion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18529" y="6624218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BEBEBE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20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</a:tabLst>
            </a:pPr>
            <a:r>
              <a:rPr dirty="0"/>
              <a:t>Protecting</a:t>
            </a:r>
            <a:r>
              <a:rPr spc="-75" dirty="0"/>
              <a:t> </a:t>
            </a:r>
            <a:r>
              <a:rPr dirty="0"/>
              <a:t>your</a:t>
            </a:r>
            <a:r>
              <a:rPr spc="-80" dirty="0"/>
              <a:t> </a:t>
            </a:r>
            <a:r>
              <a:rPr dirty="0"/>
              <a:t>network</a:t>
            </a:r>
            <a:r>
              <a:rPr spc="-95" dirty="0"/>
              <a:t> </a:t>
            </a:r>
            <a:r>
              <a:rPr dirty="0"/>
              <a:t>from</a:t>
            </a:r>
            <a:r>
              <a:rPr spc="-75" dirty="0"/>
              <a:t> </a:t>
            </a:r>
            <a:r>
              <a:rPr dirty="0"/>
              <a:t>bandwidth</a:t>
            </a:r>
            <a:r>
              <a:rPr spc="-60" dirty="0"/>
              <a:t> </a:t>
            </a:r>
            <a:r>
              <a:rPr dirty="0"/>
              <a:t>exhaustion</a:t>
            </a:r>
            <a:r>
              <a:rPr spc="-70" dirty="0"/>
              <a:t> </a:t>
            </a:r>
            <a:r>
              <a:rPr spc="-10" dirty="0"/>
              <a:t>attacks</a:t>
            </a:r>
          </a:p>
          <a:p>
            <a:pPr>
              <a:lnSpc>
                <a:spcPct val="100000"/>
              </a:lnSpc>
              <a:spcBef>
                <a:spcPts val="1280"/>
              </a:spcBef>
              <a:buFont typeface="Arial"/>
              <a:buChar char="•"/>
            </a:pPr>
            <a:endParaRPr spc="-10" dirty="0"/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spc="-30" dirty="0"/>
              <a:t>Pro-</a:t>
            </a:r>
            <a:r>
              <a:rPr dirty="0"/>
              <a:t>active</a:t>
            </a:r>
            <a:r>
              <a:rPr spc="-65" dirty="0"/>
              <a:t> </a:t>
            </a:r>
            <a:r>
              <a:rPr dirty="0"/>
              <a:t>rate</a:t>
            </a:r>
            <a:r>
              <a:rPr spc="-80" dirty="0"/>
              <a:t> </a:t>
            </a:r>
            <a:r>
              <a:rPr spc="-10" dirty="0"/>
              <a:t>limiting</a:t>
            </a:r>
          </a:p>
          <a:p>
            <a:pPr marL="812165" lvl="1" indent="-342265">
              <a:lnSpc>
                <a:spcPct val="100000"/>
              </a:lnSpc>
              <a:spcBef>
                <a:spcPts val="225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Rate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limit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non-</a:t>
            </a:r>
            <a:r>
              <a:rPr sz="2400" dirty="0">
                <a:latin typeface="Verdana"/>
                <a:cs typeface="Verdana"/>
              </a:rPr>
              <a:t>initial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fragments,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but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exclude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your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recursive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DNS</a:t>
            </a:r>
            <a:endParaRPr sz="24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5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Rate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limit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traffic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from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commonly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abused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unwanted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ports</a:t>
            </a:r>
            <a:endParaRPr sz="24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469265" algn="l"/>
              </a:tabLst>
            </a:pPr>
            <a:r>
              <a:rPr dirty="0"/>
              <a:t>Reactive</a:t>
            </a:r>
            <a:r>
              <a:rPr spc="-145" dirty="0"/>
              <a:t> </a:t>
            </a:r>
            <a:r>
              <a:rPr dirty="0"/>
              <a:t>rate</a:t>
            </a:r>
            <a:r>
              <a:rPr spc="-145" dirty="0"/>
              <a:t> </a:t>
            </a:r>
            <a:r>
              <a:rPr spc="-10" dirty="0"/>
              <a:t>limiting</a:t>
            </a:r>
          </a:p>
          <a:p>
            <a:pPr marL="812165" lvl="1" indent="-342265">
              <a:lnSpc>
                <a:spcPct val="100000"/>
              </a:lnSpc>
              <a:spcBef>
                <a:spcPts val="225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During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attack,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rate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limit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traffic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from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less-</a:t>
            </a:r>
            <a:r>
              <a:rPr sz="2400" dirty="0">
                <a:latin typeface="Verdana"/>
                <a:cs typeface="Verdana"/>
              </a:rPr>
              <a:t>critical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network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locations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Mitigation</a:t>
            </a:r>
            <a:r>
              <a:rPr spc="-40" dirty="0"/>
              <a:t> </a:t>
            </a:r>
            <a:r>
              <a:rPr dirty="0"/>
              <a:t>Strategies</a:t>
            </a:r>
            <a:r>
              <a:rPr spc="-6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Bandwidth</a:t>
            </a:r>
            <a:r>
              <a:rPr spc="-25" dirty="0"/>
              <a:t> </a:t>
            </a:r>
            <a:r>
              <a:rPr spc="-10" dirty="0"/>
              <a:t>Exhaustion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974" y="1235121"/>
            <a:ext cx="8537575" cy="87566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Remote</a:t>
            </a:r>
            <a:r>
              <a:rPr sz="2800" spc="-13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Triggered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Black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Hole</a:t>
            </a:r>
            <a:r>
              <a:rPr sz="2800" spc="-1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(RTBH)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filtering</a:t>
            </a:r>
            <a:endParaRPr sz="28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0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Locally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only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1401" y="1520952"/>
            <a:ext cx="9098915" cy="5038725"/>
            <a:chOff x="191401" y="1520952"/>
            <a:chExt cx="9098915" cy="50387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0904" y="1520952"/>
              <a:ext cx="6629400" cy="50383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401" y="4058475"/>
              <a:ext cx="790620" cy="33178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58367" y="4105402"/>
            <a:ext cx="13315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Attack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traffic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8529" y="6624218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BEBEBE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Mitigation</a:t>
            </a:r>
            <a:r>
              <a:rPr spc="-40" dirty="0"/>
              <a:t> </a:t>
            </a:r>
            <a:r>
              <a:rPr dirty="0"/>
              <a:t>Strategies</a:t>
            </a:r>
            <a:r>
              <a:rPr spc="-6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Bandwidth</a:t>
            </a:r>
            <a:r>
              <a:rPr spc="-25" dirty="0"/>
              <a:t> </a:t>
            </a:r>
            <a:r>
              <a:rPr spc="-10" dirty="0"/>
              <a:t>Exhaustion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974" y="1235121"/>
            <a:ext cx="8537575" cy="87566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Remote</a:t>
            </a:r>
            <a:r>
              <a:rPr sz="2800" spc="-13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Triggered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Black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Hole</a:t>
            </a:r>
            <a:r>
              <a:rPr sz="2800" spc="-1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(RTBH)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filtering</a:t>
            </a:r>
            <a:endParaRPr sz="28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0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Locally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only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7187" y="1520952"/>
            <a:ext cx="9298305" cy="5038725"/>
            <a:chOff x="157187" y="1520952"/>
            <a:chExt cx="9298305" cy="50387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59380" y="1520952"/>
              <a:ext cx="6795516" cy="50383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401" y="4058475"/>
              <a:ext cx="790620" cy="3317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187" y="4587660"/>
              <a:ext cx="822744" cy="20358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58367" y="4105402"/>
            <a:ext cx="133159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Attack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traffic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b="1" spc="-10" dirty="0">
                <a:latin typeface="Verdana"/>
                <a:cs typeface="Verdana"/>
              </a:rPr>
              <a:t>Signalling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18529" y="6624218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BEBEBE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22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Mitigation</a:t>
            </a:r>
            <a:r>
              <a:rPr spc="-40" dirty="0"/>
              <a:t> </a:t>
            </a:r>
            <a:r>
              <a:rPr dirty="0"/>
              <a:t>Strategies</a:t>
            </a:r>
            <a:r>
              <a:rPr spc="-6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Bandwidth</a:t>
            </a:r>
            <a:r>
              <a:rPr spc="-25" dirty="0"/>
              <a:t> </a:t>
            </a:r>
            <a:r>
              <a:rPr spc="-10" dirty="0"/>
              <a:t>Exhaustion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974" y="1235121"/>
            <a:ext cx="8537575" cy="87566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Remote</a:t>
            </a:r>
            <a:r>
              <a:rPr sz="2800" spc="-13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Triggered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Black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Hole</a:t>
            </a:r>
            <a:r>
              <a:rPr sz="2800" spc="-1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(RTBH)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filtering</a:t>
            </a:r>
            <a:endParaRPr sz="28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0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With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your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ISP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7187" y="1725167"/>
            <a:ext cx="9203690" cy="4869180"/>
            <a:chOff x="157187" y="1725167"/>
            <a:chExt cx="9203690" cy="4869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1592" y="1725167"/>
              <a:ext cx="6528816" cy="48691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187" y="4587660"/>
              <a:ext cx="822744" cy="20358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401" y="4058475"/>
              <a:ext cx="790620" cy="33178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58367" y="4105402"/>
            <a:ext cx="133159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Attack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traffic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b="1" spc="-10" dirty="0">
                <a:latin typeface="Verdana"/>
                <a:cs typeface="Verdana"/>
              </a:rPr>
              <a:t>Signalling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18529" y="6624218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BEBEBE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23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Mitigation</a:t>
            </a:r>
            <a:r>
              <a:rPr spc="-40" dirty="0"/>
              <a:t> </a:t>
            </a:r>
            <a:r>
              <a:rPr dirty="0"/>
              <a:t>Strategies</a:t>
            </a:r>
            <a:r>
              <a:rPr spc="-6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Bandwidth</a:t>
            </a:r>
            <a:r>
              <a:rPr spc="-25" dirty="0"/>
              <a:t> </a:t>
            </a:r>
            <a:r>
              <a:rPr spc="-10" dirty="0"/>
              <a:t>Exhaustion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974" y="1235121"/>
            <a:ext cx="8537575" cy="87566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Remote</a:t>
            </a:r>
            <a:r>
              <a:rPr sz="2800" spc="-13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Triggered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Black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Hole</a:t>
            </a:r>
            <a:r>
              <a:rPr sz="2800" spc="-1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(RTBH)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filtering</a:t>
            </a:r>
            <a:endParaRPr sz="28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0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With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your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ISP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1401" y="1831848"/>
            <a:ext cx="10920095" cy="4750435"/>
            <a:chOff x="191401" y="1831848"/>
            <a:chExt cx="10920095" cy="47504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516" y="1831848"/>
              <a:ext cx="10030968" cy="47503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401" y="4058475"/>
              <a:ext cx="790620" cy="33178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58367" y="4105402"/>
            <a:ext cx="133159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Attack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traffic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b="1" spc="-10" dirty="0">
                <a:latin typeface="Verdana"/>
                <a:cs typeface="Verdana"/>
              </a:rPr>
              <a:t>Signalling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187" y="4587660"/>
            <a:ext cx="822744" cy="20358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018529" y="6624218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BEBEBE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24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Mitigation</a:t>
            </a:r>
            <a:r>
              <a:rPr spc="-40" dirty="0"/>
              <a:t> </a:t>
            </a:r>
            <a:r>
              <a:rPr dirty="0"/>
              <a:t>Strategies</a:t>
            </a:r>
            <a:r>
              <a:rPr spc="-6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Bandwidth</a:t>
            </a:r>
            <a:r>
              <a:rPr spc="-25" dirty="0"/>
              <a:t> </a:t>
            </a:r>
            <a:r>
              <a:rPr spc="-10" dirty="0"/>
              <a:t>Exhaustion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974" y="1266266"/>
            <a:ext cx="5755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Multiple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Servers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with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Anycast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1401" y="1549908"/>
            <a:ext cx="11159490" cy="4977765"/>
            <a:chOff x="191401" y="1549908"/>
            <a:chExt cx="11159490" cy="49777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1247" y="1549908"/>
              <a:ext cx="10509504" cy="49773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401" y="4058475"/>
              <a:ext cx="790620" cy="33178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58367" y="4105402"/>
            <a:ext cx="13315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Attack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traffic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8529" y="6624218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BEBEBE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25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Mitigation</a:t>
            </a:r>
            <a:r>
              <a:rPr spc="-40" dirty="0"/>
              <a:t> </a:t>
            </a:r>
            <a:r>
              <a:rPr dirty="0"/>
              <a:t>Strategies</a:t>
            </a:r>
            <a:r>
              <a:rPr spc="-6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Bandwidth</a:t>
            </a:r>
            <a:r>
              <a:rPr spc="-25" dirty="0"/>
              <a:t> </a:t>
            </a:r>
            <a:r>
              <a:rPr spc="-10" dirty="0"/>
              <a:t>Exhaustion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974" y="1266266"/>
            <a:ext cx="73653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</a:tabLst>
            </a:pPr>
            <a:r>
              <a:rPr sz="2800" spc="-20" dirty="0">
                <a:latin typeface="Verdana"/>
                <a:cs typeface="Verdana"/>
              </a:rPr>
              <a:t>Cloud-</a:t>
            </a:r>
            <a:r>
              <a:rPr sz="2800" dirty="0">
                <a:latin typeface="Verdana"/>
                <a:cs typeface="Verdana"/>
              </a:rPr>
              <a:t>based</a:t>
            </a:r>
            <a:r>
              <a:rPr sz="2800" spc="-1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DDoS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Filtering/Scrubbing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1401" y="1546860"/>
            <a:ext cx="11162665" cy="4980940"/>
            <a:chOff x="191401" y="1546860"/>
            <a:chExt cx="11162665" cy="49809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1546860"/>
              <a:ext cx="10515600" cy="4980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3548" y="4550664"/>
              <a:ext cx="830580" cy="2697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401" y="4058475"/>
              <a:ext cx="790620" cy="33178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58367" y="4105402"/>
            <a:ext cx="227012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Attack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traffic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b="1" dirty="0">
                <a:latin typeface="Verdana"/>
                <a:cs typeface="Verdana"/>
              </a:rPr>
              <a:t>Clean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traffic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(usually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in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GRE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tunnel)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18529" y="6624218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BEBEBE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26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Mitigation</a:t>
            </a:r>
            <a:r>
              <a:rPr spc="-15" dirty="0"/>
              <a:t> </a:t>
            </a:r>
            <a:r>
              <a:rPr spc="-10" dirty="0"/>
              <a:t>Strategies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18529" y="6624218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BEBEBE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27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0" dirty="0"/>
              <a:t>v1.0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974" y="1266266"/>
            <a:ext cx="11544935" cy="4515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Protecting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your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services</a:t>
            </a:r>
            <a:r>
              <a:rPr sz="2800" spc="-10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from</a:t>
            </a:r>
            <a:r>
              <a:rPr sz="2800" spc="-11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attacking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others</a:t>
            </a: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Font typeface="Arial"/>
              <a:buChar char="•"/>
            </a:pPr>
            <a:endParaRPr sz="28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Rate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limiting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outbound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connections</a:t>
            </a:r>
            <a:endParaRPr sz="28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Outbound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filtering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on</a:t>
            </a:r>
            <a:r>
              <a:rPr sz="2800" spc="-114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source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address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validation</a:t>
            </a:r>
            <a:endParaRPr sz="28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0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spc="-10" dirty="0">
                <a:latin typeface="Verdana"/>
                <a:cs typeface="Verdana"/>
              </a:rPr>
              <a:t>BCP38</a:t>
            </a:r>
            <a:endParaRPr sz="2400">
              <a:latin typeface="Verdana"/>
              <a:cs typeface="Verdana"/>
            </a:endParaRPr>
          </a:p>
          <a:p>
            <a:pPr marL="812800" marR="784225" lvl="1" indent="-342900">
              <a:lnSpc>
                <a:spcPts val="2590"/>
              </a:lnSpc>
              <a:spcBef>
                <a:spcPts val="545"/>
              </a:spcBef>
              <a:buSzPct val="50000"/>
              <a:buFont typeface="Wingdings"/>
              <a:buChar char=""/>
              <a:tabLst>
                <a:tab pos="812800" algn="l"/>
              </a:tabLst>
            </a:pPr>
            <a:r>
              <a:rPr sz="2400" spc="-20" dirty="0">
                <a:latin typeface="Verdana"/>
                <a:cs typeface="Verdana"/>
              </a:rPr>
              <a:t>Anti-</a:t>
            </a:r>
            <a:r>
              <a:rPr sz="2400" dirty="0">
                <a:latin typeface="Verdana"/>
                <a:cs typeface="Verdana"/>
              </a:rPr>
              <a:t>spoofing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filtering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also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important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part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MANRS,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which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part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larger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routing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security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initiative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-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  <a:hlinkClick r:id="rId2"/>
              </a:rPr>
              <a:t>www.manrs.org</a:t>
            </a:r>
            <a:endParaRPr sz="24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Securely</a:t>
            </a:r>
            <a:r>
              <a:rPr sz="2800" spc="-11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configure</a:t>
            </a:r>
            <a:r>
              <a:rPr sz="2800" spc="-10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your</a:t>
            </a:r>
            <a:r>
              <a:rPr sz="2800" spc="-12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DNS,</a:t>
            </a:r>
            <a:r>
              <a:rPr sz="2800" spc="-14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NTP,</a:t>
            </a:r>
            <a:r>
              <a:rPr sz="2800" spc="-145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SNMP,</a:t>
            </a:r>
            <a:r>
              <a:rPr sz="2800" spc="-13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Memcached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servers</a:t>
            </a:r>
            <a:endParaRPr sz="28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Verdana"/>
                <a:cs typeface="Verdana"/>
              </a:rPr>
              <a:t>No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open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resolvers!</a:t>
            </a:r>
            <a:endParaRPr sz="2800">
              <a:latin typeface="Verdana"/>
              <a:cs typeface="Verdana"/>
            </a:endParaRPr>
          </a:p>
          <a:p>
            <a:pPr marL="812165" lvl="1" indent="-342265">
              <a:lnSpc>
                <a:spcPct val="100000"/>
              </a:lnSpc>
              <a:spcBef>
                <a:spcPts val="210"/>
              </a:spcBef>
              <a:buSzPct val="50000"/>
              <a:buFont typeface="Wingdings"/>
              <a:buChar char=""/>
              <a:tabLst>
                <a:tab pos="812165" algn="l"/>
              </a:tabLst>
            </a:pPr>
            <a:r>
              <a:rPr sz="2400" dirty="0">
                <a:latin typeface="Verdana"/>
                <a:cs typeface="Verdana"/>
              </a:rPr>
              <a:t>Only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allow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your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own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authorised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IP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addresses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connect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18529" y="6624218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BEBEBE"/>
                </a:solidFill>
                <a:latin typeface="Calibri"/>
                <a:cs typeface="Calibri"/>
              </a:rPr>
              <a:t>28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463284"/>
            <a:ext cx="12192000" cy="394970"/>
          </a:xfrm>
          <a:custGeom>
            <a:avLst/>
            <a:gdLst/>
            <a:ahLst/>
            <a:cxnLst/>
            <a:rect l="l" t="t" r="r" b="b"/>
            <a:pathLst>
              <a:path w="12192000" h="394970">
                <a:moveTo>
                  <a:pt x="12192000" y="0"/>
                </a:moveTo>
                <a:lnTo>
                  <a:pt x="0" y="0"/>
                </a:lnTo>
                <a:lnTo>
                  <a:pt x="0" y="394715"/>
                </a:lnTo>
                <a:lnTo>
                  <a:pt x="12192000" y="39471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05829" y="657341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BEBEBE"/>
                </a:solidFill>
                <a:latin typeface="Calibri"/>
                <a:cs typeface="Calibri"/>
              </a:rPr>
              <a:t>28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9189" y="6605727"/>
            <a:ext cx="217804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A6A6A6"/>
                </a:solidFill>
                <a:latin typeface="Arial"/>
                <a:cs typeface="Arial"/>
              </a:rPr>
              <a:t>v1.0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21690" y="3245964"/>
            <a:ext cx="516255" cy="773430"/>
            <a:chOff x="6221690" y="3245964"/>
            <a:chExt cx="516255" cy="773430"/>
          </a:xfrm>
        </p:grpSpPr>
        <p:sp>
          <p:nvSpPr>
            <p:cNvPr id="7" name="object 7"/>
            <p:cNvSpPr/>
            <p:nvPr/>
          </p:nvSpPr>
          <p:spPr>
            <a:xfrm>
              <a:off x="6221679" y="3245967"/>
              <a:ext cx="516255" cy="773430"/>
            </a:xfrm>
            <a:custGeom>
              <a:avLst/>
              <a:gdLst/>
              <a:ahLst/>
              <a:cxnLst/>
              <a:rect l="l" t="t" r="r" b="b"/>
              <a:pathLst>
                <a:path w="516254" h="773429">
                  <a:moveTo>
                    <a:pt x="127736" y="530720"/>
                  </a:moveTo>
                  <a:lnTo>
                    <a:pt x="122186" y="507568"/>
                  </a:lnTo>
                  <a:lnTo>
                    <a:pt x="107607" y="490143"/>
                  </a:lnTo>
                  <a:lnTo>
                    <a:pt x="87147" y="479171"/>
                  </a:lnTo>
                  <a:lnTo>
                    <a:pt x="63931" y="475348"/>
                  </a:lnTo>
                  <a:lnTo>
                    <a:pt x="40652" y="479171"/>
                  </a:lnTo>
                  <a:lnTo>
                    <a:pt x="20154" y="490143"/>
                  </a:lnTo>
                  <a:lnTo>
                    <a:pt x="5562" y="507568"/>
                  </a:lnTo>
                  <a:lnTo>
                    <a:pt x="0" y="530720"/>
                  </a:lnTo>
                  <a:lnTo>
                    <a:pt x="5562" y="553859"/>
                  </a:lnTo>
                  <a:lnTo>
                    <a:pt x="20154" y="571284"/>
                  </a:lnTo>
                  <a:lnTo>
                    <a:pt x="40652" y="582256"/>
                  </a:lnTo>
                  <a:lnTo>
                    <a:pt x="63931" y="586079"/>
                  </a:lnTo>
                  <a:lnTo>
                    <a:pt x="87147" y="582256"/>
                  </a:lnTo>
                  <a:lnTo>
                    <a:pt x="107607" y="571284"/>
                  </a:lnTo>
                  <a:lnTo>
                    <a:pt x="122186" y="553859"/>
                  </a:lnTo>
                  <a:lnTo>
                    <a:pt x="127736" y="530720"/>
                  </a:lnTo>
                  <a:close/>
                </a:path>
                <a:path w="516254" h="773429">
                  <a:moveTo>
                    <a:pt x="127736" y="282549"/>
                  </a:moveTo>
                  <a:lnTo>
                    <a:pt x="122186" y="259791"/>
                  </a:lnTo>
                  <a:lnTo>
                    <a:pt x="107607" y="242328"/>
                  </a:lnTo>
                  <a:lnTo>
                    <a:pt x="87147" y="231127"/>
                  </a:lnTo>
                  <a:lnTo>
                    <a:pt x="63931" y="227177"/>
                  </a:lnTo>
                  <a:lnTo>
                    <a:pt x="40652" y="231127"/>
                  </a:lnTo>
                  <a:lnTo>
                    <a:pt x="20154" y="242328"/>
                  </a:lnTo>
                  <a:lnTo>
                    <a:pt x="5562" y="259791"/>
                  </a:lnTo>
                  <a:lnTo>
                    <a:pt x="0" y="282549"/>
                  </a:lnTo>
                  <a:lnTo>
                    <a:pt x="5562" y="305841"/>
                  </a:lnTo>
                  <a:lnTo>
                    <a:pt x="20154" y="323583"/>
                  </a:lnTo>
                  <a:lnTo>
                    <a:pt x="40652" y="334886"/>
                  </a:lnTo>
                  <a:lnTo>
                    <a:pt x="63931" y="338861"/>
                  </a:lnTo>
                  <a:lnTo>
                    <a:pt x="87147" y="334886"/>
                  </a:lnTo>
                  <a:lnTo>
                    <a:pt x="107607" y="323583"/>
                  </a:lnTo>
                  <a:lnTo>
                    <a:pt x="122186" y="305841"/>
                  </a:lnTo>
                  <a:lnTo>
                    <a:pt x="127736" y="282549"/>
                  </a:lnTo>
                  <a:close/>
                </a:path>
                <a:path w="516254" h="773429">
                  <a:moveTo>
                    <a:pt x="248856" y="582256"/>
                  </a:moveTo>
                  <a:lnTo>
                    <a:pt x="243141" y="571347"/>
                  </a:lnTo>
                  <a:lnTo>
                    <a:pt x="237413" y="560070"/>
                  </a:lnTo>
                  <a:lnTo>
                    <a:pt x="231698" y="548436"/>
                  </a:lnTo>
                  <a:lnTo>
                    <a:pt x="225996" y="536473"/>
                  </a:lnTo>
                  <a:lnTo>
                    <a:pt x="224866" y="538594"/>
                  </a:lnTo>
                  <a:lnTo>
                    <a:pt x="204063" y="578929"/>
                  </a:lnTo>
                  <a:lnTo>
                    <a:pt x="178727" y="619518"/>
                  </a:lnTo>
                  <a:lnTo>
                    <a:pt x="150533" y="658266"/>
                  </a:lnTo>
                  <a:lnTo>
                    <a:pt x="120040" y="695172"/>
                  </a:lnTo>
                  <a:lnTo>
                    <a:pt x="87807" y="730288"/>
                  </a:lnTo>
                  <a:lnTo>
                    <a:pt x="54406" y="763612"/>
                  </a:lnTo>
                  <a:lnTo>
                    <a:pt x="84899" y="773163"/>
                  </a:lnTo>
                  <a:lnTo>
                    <a:pt x="119710" y="743686"/>
                  </a:lnTo>
                  <a:lnTo>
                    <a:pt x="154698" y="708710"/>
                  </a:lnTo>
                  <a:lnTo>
                    <a:pt x="188671" y="669391"/>
                  </a:lnTo>
                  <a:lnTo>
                    <a:pt x="220459" y="626859"/>
                  </a:lnTo>
                  <a:lnTo>
                    <a:pt x="248856" y="582256"/>
                  </a:lnTo>
                  <a:close/>
                </a:path>
                <a:path w="516254" h="773429">
                  <a:moveTo>
                    <a:pt x="269824" y="262496"/>
                  </a:moveTo>
                  <a:lnTo>
                    <a:pt x="267525" y="237439"/>
                  </a:lnTo>
                  <a:lnTo>
                    <a:pt x="264756" y="212382"/>
                  </a:lnTo>
                  <a:lnTo>
                    <a:pt x="261442" y="187325"/>
                  </a:lnTo>
                  <a:lnTo>
                    <a:pt x="257505" y="162280"/>
                  </a:lnTo>
                  <a:lnTo>
                    <a:pt x="239852" y="185000"/>
                  </a:lnTo>
                  <a:lnTo>
                    <a:pt x="211328" y="233680"/>
                  </a:lnTo>
                  <a:lnTo>
                    <a:pt x="189179" y="310095"/>
                  </a:lnTo>
                  <a:lnTo>
                    <a:pt x="185559" y="359816"/>
                  </a:lnTo>
                  <a:lnTo>
                    <a:pt x="188899" y="408063"/>
                  </a:lnTo>
                  <a:lnTo>
                    <a:pt x="197726" y="454075"/>
                  </a:lnTo>
                  <a:lnTo>
                    <a:pt x="210566" y="497116"/>
                  </a:lnTo>
                  <a:lnTo>
                    <a:pt x="225983" y="536435"/>
                  </a:lnTo>
                  <a:lnTo>
                    <a:pt x="232257" y="522820"/>
                  </a:lnTo>
                  <a:lnTo>
                    <a:pt x="238074" y="509117"/>
                  </a:lnTo>
                  <a:lnTo>
                    <a:pt x="243332" y="495236"/>
                  </a:lnTo>
                  <a:lnTo>
                    <a:pt x="247967" y="481076"/>
                  </a:lnTo>
                  <a:lnTo>
                    <a:pt x="247967" y="480123"/>
                  </a:lnTo>
                  <a:lnTo>
                    <a:pt x="248856" y="479171"/>
                  </a:lnTo>
                  <a:lnTo>
                    <a:pt x="248856" y="478218"/>
                  </a:lnTo>
                  <a:lnTo>
                    <a:pt x="245287" y="430339"/>
                  </a:lnTo>
                  <a:lnTo>
                    <a:pt x="246748" y="378714"/>
                  </a:lnTo>
                  <a:lnTo>
                    <a:pt x="254266" y="323850"/>
                  </a:lnTo>
                  <a:lnTo>
                    <a:pt x="268935" y="266306"/>
                  </a:lnTo>
                  <a:lnTo>
                    <a:pt x="268935" y="264401"/>
                  </a:lnTo>
                  <a:lnTo>
                    <a:pt x="269824" y="263448"/>
                  </a:lnTo>
                  <a:lnTo>
                    <a:pt x="269824" y="262496"/>
                  </a:lnTo>
                  <a:close/>
                </a:path>
                <a:path w="516254" h="773429">
                  <a:moveTo>
                    <a:pt x="273646" y="145084"/>
                  </a:moveTo>
                  <a:lnTo>
                    <a:pt x="252666" y="138404"/>
                  </a:lnTo>
                  <a:lnTo>
                    <a:pt x="254571" y="146037"/>
                  </a:lnTo>
                  <a:lnTo>
                    <a:pt x="255587" y="154622"/>
                  </a:lnTo>
                  <a:lnTo>
                    <a:pt x="257505" y="162280"/>
                  </a:lnTo>
                  <a:lnTo>
                    <a:pt x="262204" y="156540"/>
                  </a:lnTo>
                  <a:lnTo>
                    <a:pt x="273646" y="145084"/>
                  </a:lnTo>
                  <a:close/>
                </a:path>
                <a:path w="516254" h="773429">
                  <a:moveTo>
                    <a:pt x="299440" y="646214"/>
                  </a:moveTo>
                  <a:lnTo>
                    <a:pt x="296049" y="639940"/>
                  </a:lnTo>
                  <a:lnTo>
                    <a:pt x="287388" y="621753"/>
                  </a:lnTo>
                  <a:lnTo>
                    <a:pt x="275691" y="592658"/>
                  </a:lnTo>
                  <a:lnTo>
                    <a:pt x="263220" y="553631"/>
                  </a:lnTo>
                  <a:lnTo>
                    <a:pt x="260045" y="560793"/>
                  </a:lnTo>
                  <a:lnTo>
                    <a:pt x="256413" y="567944"/>
                  </a:lnTo>
                  <a:lnTo>
                    <a:pt x="252603" y="575106"/>
                  </a:lnTo>
                  <a:lnTo>
                    <a:pt x="248856" y="582256"/>
                  </a:lnTo>
                  <a:lnTo>
                    <a:pt x="265226" y="610565"/>
                  </a:lnTo>
                  <a:lnTo>
                    <a:pt x="278917" y="631901"/>
                  </a:lnTo>
                  <a:lnTo>
                    <a:pt x="288315" y="645350"/>
                  </a:lnTo>
                  <a:lnTo>
                    <a:pt x="291820" y="650024"/>
                  </a:lnTo>
                  <a:lnTo>
                    <a:pt x="299440" y="646214"/>
                  </a:lnTo>
                  <a:close/>
                </a:path>
                <a:path w="516254" h="773429">
                  <a:moveTo>
                    <a:pt x="309549" y="350189"/>
                  </a:moveTo>
                  <a:lnTo>
                    <a:pt x="308813" y="299758"/>
                  </a:lnTo>
                  <a:lnTo>
                    <a:pt x="304698" y="250329"/>
                  </a:lnTo>
                  <a:lnTo>
                    <a:pt x="297535" y="203314"/>
                  </a:lnTo>
                  <a:lnTo>
                    <a:pt x="289331" y="217792"/>
                  </a:lnTo>
                  <a:lnTo>
                    <a:pt x="281914" y="232549"/>
                  </a:lnTo>
                  <a:lnTo>
                    <a:pt x="275386" y="247472"/>
                  </a:lnTo>
                  <a:lnTo>
                    <a:pt x="269824" y="262496"/>
                  </a:lnTo>
                  <a:lnTo>
                    <a:pt x="271678" y="317004"/>
                  </a:lnTo>
                  <a:lnTo>
                    <a:pt x="269392" y="371436"/>
                  </a:lnTo>
                  <a:lnTo>
                    <a:pt x="262089" y="425310"/>
                  </a:lnTo>
                  <a:lnTo>
                    <a:pt x="248856" y="478218"/>
                  </a:lnTo>
                  <a:lnTo>
                    <a:pt x="251904" y="498589"/>
                  </a:lnTo>
                  <a:lnTo>
                    <a:pt x="255320" y="518071"/>
                  </a:lnTo>
                  <a:lnTo>
                    <a:pt x="259092" y="536473"/>
                  </a:lnTo>
                  <a:lnTo>
                    <a:pt x="263220" y="553631"/>
                  </a:lnTo>
                  <a:lnTo>
                    <a:pt x="270687" y="538594"/>
                  </a:lnTo>
                  <a:lnTo>
                    <a:pt x="287997" y="493483"/>
                  </a:lnTo>
                  <a:lnTo>
                    <a:pt x="299478" y="448462"/>
                  </a:lnTo>
                  <a:lnTo>
                    <a:pt x="306539" y="400227"/>
                  </a:lnTo>
                  <a:lnTo>
                    <a:pt x="309549" y="350189"/>
                  </a:lnTo>
                  <a:close/>
                </a:path>
                <a:path w="516254" h="773429">
                  <a:moveTo>
                    <a:pt x="504317" y="9550"/>
                  </a:moveTo>
                  <a:lnTo>
                    <a:pt x="498602" y="0"/>
                  </a:lnTo>
                  <a:lnTo>
                    <a:pt x="476313" y="9245"/>
                  </a:lnTo>
                  <a:lnTo>
                    <a:pt x="420433" y="36753"/>
                  </a:lnTo>
                  <a:lnTo>
                    <a:pt x="347395" y="82156"/>
                  </a:lnTo>
                  <a:lnTo>
                    <a:pt x="273646" y="145084"/>
                  </a:lnTo>
                  <a:lnTo>
                    <a:pt x="284187" y="147942"/>
                  </a:lnTo>
                  <a:lnTo>
                    <a:pt x="287718" y="161163"/>
                  </a:lnTo>
                  <a:lnTo>
                    <a:pt x="291198" y="174917"/>
                  </a:lnTo>
                  <a:lnTo>
                    <a:pt x="294500" y="189026"/>
                  </a:lnTo>
                  <a:lnTo>
                    <a:pt x="297535" y="203314"/>
                  </a:lnTo>
                  <a:lnTo>
                    <a:pt x="359168" y="123901"/>
                  </a:lnTo>
                  <a:lnTo>
                    <a:pt x="426999" y="62763"/>
                  </a:lnTo>
                  <a:lnTo>
                    <a:pt x="481787" y="23444"/>
                  </a:lnTo>
                  <a:lnTo>
                    <a:pt x="504317" y="9550"/>
                  </a:lnTo>
                  <a:close/>
                </a:path>
                <a:path w="516254" h="773429">
                  <a:moveTo>
                    <a:pt x="513854" y="259626"/>
                  </a:moveTo>
                  <a:lnTo>
                    <a:pt x="510159" y="243547"/>
                  </a:lnTo>
                  <a:lnTo>
                    <a:pt x="501256" y="230517"/>
                  </a:lnTo>
                  <a:lnTo>
                    <a:pt x="488416" y="221780"/>
                  </a:lnTo>
                  <a:lnTo>
                    <a:pt x="472922" y="218592"/>
                  </a:lnTo>
                  <a:lnTo>
                    <a:pt x="471906" y="218592"/>
                  </a:lnTo>
                  <a:lnTo>
                    <a:pt x="455726" y="222338"/>
                  </a:lnTo>
                  <a:lnTo>
                    <a:pt x="442480" y="231355"/>
                  </a:lnTo>
                  <a:lnTo>
                    <a:pt x="433730" y="244487"/>
                  </a:lnTo>
                  <a:lnTo>
                    <a:pt x="430987" y="260578"/>
                  </a:lnTo>
                  <a:lnTo>
                    <a:pt x="434682" y="276263"/>
                  </a:lnTo>
                  <a:lnTo>
                    <a:pt x="443585" y="289344"/>
                  </a:lnTo>
                  <a:lnTo>
                    <a:pt x="456412" y="298310"/>
                  </a:lnTo>
                  <a:lnTo>
                    <a:pt x="471906" y="301625"/>
                  </a:lnTo>
                  <a:lnTo>
                    <a:pt x="472922" y="301625"/>
                  </a:lnTo>
                  <a:lnTo>
                    <a:pt x="489115" y="297751"/>
                  </a:lnTo>
                  <a:lnTo>
                    <a:pt x="502348" y="288505"/>
                  </a:lnTo>
                  <a:lnTo>
                    <a:pt x="511098" y="275323"/>
                  </a:lnTo>
                  <a:lnTo>
                    <a:pt x="513854" y="259626"/>
                  </a:lnTo>
                  <a:close/>
                </a:path>
                <a:path w="516254" h="773429">
                  <a:moveTo>
                    <a:pt x="515759" y="542163"/>
                  </a:moveTo>
                  <a:lnTo>
                    <a:pt x="512406" y="525945"/>
                  </a:lnTo>
                  <a:lnTo>
                    <a:pt x="503250" y="512584"/>
                  </a:lnTo>
                  <a:lnTo>
                    <a:pt x="489648" y="503516"/>
                  </a:lnTo>
                  <a:lnTo>
                    <a:pt x="472922" y="500176"/>
                  </a:lnTo>
                  <a:lnTo>
                    <a:pt x="456717" y="503516"/>
                  </a:lnTo>
                  <a:lnTo>
                    <a:pt x="443382" y="512584"/>
                  </a:lnTo>
                  <a:lnTo>
                    <a:pt x="434314" y="525945"/>
                  </a:lnTo>
                  <a:lnTo>
                    <a:pt x="430987" y="542163"/>
                  </a:lnTo>
                  <a:lnTo>
                    <a:pt x="434314" y="558952"/>
                  </a:lnTo>
                  <a:lnTo>
                    <a:pt x="443382" y="572592"/>
                  </a:lnTo>
                  <a:lnTo>
                    <a:pt x="456717" y="581774"/>
                  </a:lnTo>
                  <a:lnTo>
                    <a:pt x="472922" y="585127"/>
                  </a:lnTo>
                  <a:lnTo>
                    <a:pt x="489648" y="581774"/>
                  </a:lnTo>
                  <a:lnTo>
                    <a:pt x="503250" y="572592"/>
                  </a:lnTo>
                  <a:lnTo>
                    <a:pt x="512406" y="558952"/>
                  </a:lnTo>
                  <a:lnTo>
                    <a:pt x="515759" y="542163"/>
                  </a:lnTo>
                  <a:close/>
                </a:path>
              </a:pathLst>
            </a:custGeom>
            <a:solidFill>
              <a:srgbClr val="FBD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47682" y="3391045"/>
              <a:ext cx="71755" cy="437515"/>
            </a:xfrm>
            <a:custGeom>
              <a:avLst/>
              <a:gdLst/>
              <a:ahLst/>
              <a:cxnLst/>
              <a:rect l="l" t="t" r="r" b="b"/>
              <a:pathLst>
                <a:path w="71754" h="437514">
                  <a:moveTo>
                    <a:pt x="22860" y="333130"/>
                  </a:moveTo>
                  <a:lnTo>
                    <a:pt x="22860" y="334085"/>
                  </a:lnTo>
                  <a:lnTo>
                    <a:pt x="21970" y="335039"/>
                  </a:lnTo>
                  <a:lnTo>
                    <a:pt x="21970" y="335993"/>
                  </a:lnTo>
                  <a:lnTo>
                    <a:pt x="17337" y="350151"/>
                  </a:lnTo>
                  <a:lnTo>
                    <a:pt x="12073" y="364037"/>
                  </a:lnTo>
                  <a:lnTo>
                    <a:pt x="6260" y="377742"/>
                  </a:lnTo>
                  <a:lnTo>
                    <a:pt x="0" y="391391"/>
                  </a:lnTo>
                  <a:lnTo>
                    <a:pt x="5702" y="403347"/>
                  </a:lnTo>
                  <a:lnTo>
                    <a:pt x="11421" y="414982"/>
                  </a:lnTo>
                  <a:lnTo>
                    <a:pt x="17141" y="426259"/>
                  </a:lnTo>
                  <a:lnTo>
                    <a:pt x="22860" y="437176"/>
                  </a:lnTo>
                  <a:lnTo>
                    <a:pt x="26605" y="430019"/>
                  </a:lnTo>
                  <a:lnTo>
                    <a:pt x="30422" y="422861"/>
                  </a:lnTo>
                  <a:lnTo>
                    <a:pt x="34048" y="415704"/>
                  </a:lnTo>
                  <a:lnTo>
                    <a:pt x="37222" y="408547"/>
                  </a:lnTo>
                  <a:lnTo>
                    <a:pt x="33101" y="391391"/>
                  </a:lnTo>
                  <a:lnTo>
                    <a:pt x="29326" y="372986"/>
                  </a:lnTo>
                  <a:lnTo>
                    <a:pt x="25908" y="353507"/>
                  </a:lnTo>
                  <a:lnTo>
                    <a:pt x="22860" y="333130"/>
                  </a:lnTo>
                  <a:close/>
                </a:path>
                <a:path w="71754" h="437514">
                  <a:moveTo>
                    <a:pt x="47644" y="0"/>
                  </a:moveTo>
                  <a:lnTo>
                    <a:pt x="36205" y="11451"/>
                  </a:lnTo>
                  <a:lnTo>
                    <a:pt x="31502" y="17190"/>
                  </a:lnTo>
                  <a:lnTo>
                    <a:pt x="35448" y="42242"/>
                  </a:lnTo>
                  <a:lnTo>
                    <a:pt x="38763" y="67298"/>
                  </a:lnTo>
                  <a:lnTo>
                    <a:pt x="41529" y="92353"/>
                  </a:lnTo>
                  <a:lnTo>
                    <a:pt x="43831" y="117405"/>
                  </a:lnTo>
                  <a:lnTo>
                    <a:pt x="49393" y="102390"/>
                  </a:lnTo>
                  <a:lnTo>
                    <a:pt x="55921" y="87462"/>
                  </a:lnTo>
                  <a:lnTo>
                    <a:pt x="63330" y="72711"/>
                  </a:lnTo>
                  <a:lnTo>
                    <a:pt x="71537" y="58225"/>
                  </a:lnTo>
                  <a:lnTo>
                    <a:pt x="68505" y="43940"/>
                  </a:lnTo>
                  <a:lnTo>
                    <a:pt x="65199" y="29833"/>
                  </a:lnTo>
                  <a:lnTo>
                    <a:pt x="61725" y="16081"/>
                  </a:lnTo>
                  <a:lnTo>
                    <a:pt x="58192" y="2862"/>
                  </a:lnTo>
                  <a:lnTo>
                    <a:pt x="47644" y="0"/>
                  </a:lnTo>
                  <a:close/>
                </a:path>
              </a:pathLst>
            </a:custGeom>
            <a:solidFill>
              <a:srgbClr val="F9C5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890084" y="3239284"/>
            <a:ext cx="511175" cy="779145"/>
            <a:chOff x="6890084" y="3239284"/>
            <a:chExt cx="511175" cy="779145"/>
          </a:xfrm>
        </p:grpSpPr>
        <p:sp>
          <p:nvSpPr>
            <p:cNvPr id="10" name="object 10"/>
            <p:cNvSpPr/>
            <p:nvPr/>
          </p:nvSpPr>
          <p:spPr>
            <a:xfrm>
              <a:off x="6890080" y="3239287"/>
              <a:ext cx="511175" cy="779145"/>
            </a:xfrm>
            <a:custGeom>
              <a:avLst/>
              <a:gdLst/>
              <a:ahLst/>
              <a:cxnLst/>
              <a:rect l="l" t="t" r="r" b="b"/>
              <a:pathLst>
                <a:path w="511175" h="779145">
                  <a:moveTo>
                    <a:pt x="82867" y="266306"/>
                  </a:moveTo>
                  <a:lnTo>
                    <a:pt x="79171" y="250228"/>
                  </a:lnTo>
                  <a:lnTo>
                    <a:pt x="70269" y="237197"/>
                  </a:lnTo>
                  <a:lnTo>
                    <a:pt x="57429" y="228460"/>
                  </a:lnTo>
                  <a:lnTo>
                    <a:pt x="41935" y="225272"/>
                  </a:lnTo>
                  <a:lnTo>
                    <a:pt x="40919" y="225272"/>
                  </a:lnTo>
                  <a:lnTo>
                    <a:pt x="24739" y="229019"/>
                  </a:lnTo>
                  <a:lnTo>
                    <a:pt x="11506" y="238036"/>
                  </a:lnTo>
                  <a:lnTo>
                    <a:pt x="2743" y="251167"/>
                  </a:lnTo>
                  <a:lnTo>
                    <a:pt x="0" y="267258"/>
                  </a:lnTo>
                  <a:lnTo>
                    <a:pt x="3695" y="282943"/>
                  </a:lnTo>
                  <a:lnTo>
                    <a:pt x="12598" y="296024"/>
                  </a:lnTo>
                  <a:lnTo>
                    <a:pt x="25425" y="304990"/>
                  </a:lnTo>
                  <a:lnTo>
                    <a:pt x="40919" y="308305"/>
                  </a:lnTo>
                  <a:lnTo>
                    <a:pt x="41935" y="308305"/>
                  </a:lnTo>
                  <a:lnTo>
                    <a:pt x="58127" y="304431"/>
                  </a:lnTo>
                  <a:lnTo>
                    <a:pt x="71361" y="295186"/>
                  </a:lnTo>
                  <a:lnTo>
                    <a:pt x="80111" y="282003"/>
                  </a:lnTo>
                  <a:lnTo>
                    <a:pt x="82867" y="266306"/>
                  </a:lnTo>
                  <a:close/>
                </a:path>
                <a:path w="511175" h="779145">
                  <a:moveTo>
                    <a:pt x="84772" y="548843"/>
                  </a:moveTo>
                  <a:lnTo>
                    <a:pt x="81419" y="532625"/>
                  </a:lnTo>
                  <a:lnTo>
                    <a:pt x="72263" y="519264"/>
                  </a:lnTo>
                  <a:lnTo>
                    <a:pt x="58661" y="510197"/>
                  </a:lnTo>
                  <a:lnTo>
                    <a:pt x="41935" y="506857"/>
                  </a:lnTo>
                  <a:lnTo>
                    <a:pt x="25730" y="510197"/>
                  </a:lnTo>
                  <a:lnTo>
                    <a:pt x="12395" y="519264"/>
                  </a:lnTo>
                  <a:lnTo>
                    <a:pt x="3340" y="532625"/>
                  </a:lnTo>
                  <a:lnTo>
                    <a:pt x="0" y="548843"/>
                  </a:lnTo>
                  <a:lnTo>
                    <a:pt x="3340" y="565632"/>
                  </a:lnTo>
                  <a:lnTo>
                    <a:pt x="12395" y="579272"/>
                  </a:lnTo>
                  <a:lnTo>
                    <a:pt x="25730" y="588454"/>
                  </a:lnTo>
                  <a:lnTo>
                    <a:pt x="41935" y="591807"/>
                  </a:lnTo>
                  <a:lnTo>
                    <a:pt x="58661" y="588454"/>
                  </a:lnTo>
                  <a:lnTo>
                    <a:pt x="72263" y="579272"/>
                  </a:lnTo>
                  <a:lnTo>
                    <a:pt x="81419" y="565632"/>
                  </a:lnTo>
                  <a:lnTo>
                    <a:pt x="84772" y="548843"/>
                  </a:lnTo>
                  <a:close/>
                </a:path>
                <a:path w="511175" h="779145">
                  <a:moveTo>
                    <a:pt x="234492" y="639533"/>
                  </a:moveTo>
                  <a:lnTo>
                    <a:pt x="226250" y="628472"/>
                  </a:lnTo>
                  <a:lnTo>
                    <a:pt x="218630" y="616864"/>
                  </a:lnTo>
                  <a:lnTo>
                    <a:pt x="211543" y="604901"/>
                  </a:lnTo>
                  <a:lnTo>
                    <a:pt x="204876" y="592759"/>
                  </a:lnTo>
                  <a:lnTo>
                    <a:pt x="143637" y="665454"/>
                  </a:lnTo>
                  <a:lnTo>
                    <a:pt x="79527" y="721144"/>
                  </a:lnTo>
                  <a:lnTo>
                    <a:pt x="29006" y="756780"/>
                  </a:lnTo>
                  <a:lnTo>
                    <a:pt x="8509" y="769340"/>
                  </a:lnTo>
                  <a:lnTo>
                    <a:pt x="14236" y="778891"/>
                  </a:lnTo>
                  <a:lnTo>
                    <a:pt x="35775" y="770001"/>
                  </a:lnTo>
                  <a:lnTo>
                    <a:pt x="90043" y="743572"/>
                  </a:lnTo>
                  <a:lnTo>
                    <a:pt x="161467" y="699960"/>
                  </a:lnTo>
                  <a:lnTo>
                    <a:pt x="234492" y="639533"/>
                  </a:lnTo>
                  <a:close/>
                </a:path>
                <a:path w="511175" h="779145">
                  <a:moveTo>
                    <a:pt x="237286" y="151765"/>
                  </a:moveTo>
                  <a:lnTo>
                    <a:pt x="230746" y="142151"/>
                  </a:lnTo>
                  <a:lnTo>
                    <a:pt x="225640" y="134950"/>
                  </a:lnTo>
                  <a:lnTo>
                    <a:pt x="222326" y="130429"/>
                  </a:lnTo>
                  <a:lnTo>
                    <a:pt x="221145" y="128866"/>
                  </a:lnTo>
                  <a:lnTo>
                    <a:pt x="213512" y="132676"/>
                  </a:lnTo>
                  <a:lnTo>
                    <a:pt x="214680" y="134797"/>
                  </a:lnTo>
                  <a:lnTo>
                    <a:pt x="217906" y="141033"/>
                  </a:lnTo>
                  <a:lnTo>
                    <a:pt x="222745" y="151193"/>
                  </a:lnTo>
                  <a:lnTo>
                    <a:pt x="228765" y="165125"/>
                  </a:lnTo>
                  <a:lnTo>
                    <a:pt x="231571" y="160350"/>
                  </a:lnTo>
                  <a:lnTo>
                    <a:pt x="234492" y="156540"/>
                  </a:lnTo>
                  <a:lnTo>
                    <a:pt x="237286" y="151765"/>
                  </a:lnTo>
                  <a:close/>
                </a:path>
                <a:path w="511175" h="779145">
                  <a:moveTo>
                    <a:pt x="267792" y="349351"/>
                  </a:moveTo>
                  <a:lnTo>
                    <a:pt x="263029" y="291033"/>
                  </a:lnTo>
                  <a:lnTo>
                    <a:pt x="253288" y="240055"/>
                  </a:lnTo>
                  <a:lnTo>
                    <a:pt x="241033" y="197675"/>
                  </a:lnTo>
                  <a:lnTo>
                    <a:pt x="228765" y="165125"/>
                  </a:lnTo>
                  <a:lnTo>
                    <a:pt x="213182" y="190169"/>
                  </a:lnTo>
                  <a:lnTo>
                    <a:pt x="187452" y="244195"/>
                  </a:lnTo>
                  <a:lnTo>
                    <a:pt x="165023" y="323621"/>
                  </a:lnTo>
                  <a:lnTo>
                    <a:pt x="159131" y="374700"/>
                  </a:lnTo>
                  <a:lnTo>
                    <a:pt x="159448" y="412470"/>
                  </a:lnTo>
                  <a:lnTo>
                    <a:pt x="166281" y="478256"/>
                  </a:lnTo>
                  <a:lnTo>
                    <a:pt x="179197" y="530720"/>
                  </a:lnTo>
                  <a:lnTo>
                    <a:pt x="197916" y="577697"/>
                  </a:lnTo>
                  <a:lnTo>
                    <a:pt x="204876" y="592759"/>
                  </a:lnTo>
                  <a:lnTo>
                    <a:pt x="216636" y="573798"/>
                  </a:lnTo>
                  <a:lnTo>
                    <a:pt x="236550" y="534098"/>
                  </a:lnTo>
                  <a:lnTo>
                    <a:pt x="249504" y="495515"/>
                  </a:lnTo>
                  <a:lnTo>
                    <a:pt x="253555" y="470585"/>
                  </a:lnTo>
                  <a:lnTo>
                    <a:pt x="253885" y="442112"/>
                  </a:lnTo>
                  <a:lnTo>
                    <a:pt x="256374" y="412470"/>
                  </a:lnTo>
                  <a:lnTo>
                    <a:pt x="261023" y="381584"/>
                  </a:lnTo>
                  <a:lnTo>
                    <a:pt x="267792" y="349351"/>
                  </a:lnTo>
                  <a:close/>
                </a:path>
                <a:path w="511175" h="779145">
                  <a:moveTo>
                    <a:pt x="290664" y="623303"/>
                  </a:moveTo>
                  <a:lnTo>
                    <a:pt x="287134" y="614718"/>
                  </a:lnTo>
                  <a:lnTo>
                    <a:pt x="283654" y="606120"/>
                  </a:lnTo>
                  <a:lnTo>
                    <a:pt x="280352" y="597535"/>
                  </a:lnTo>
                  <a:lnTo>
                    <a:pt x="277317" y="588937"/>
                  </a:lnTo>
                  <a:lnTo>
                    <a:pt x="267576" y="602348"/>
                  </a:lnTo>
                  <a:lnTo>
                    <a:pt x="256997" y="615315"/>
                  </a:lnTo>
                  <a:lnTo>
                    <a:pt x="245884" y="627735"/>
                  </a:lnTo>
                  <a:lnTo>
                    <a:pt x="234492" y="639533"/>
                  </a:lnTo>
                  <a:lnTo>
                    <a:pt x="235381" y="641438"/>
                  </a:lnTo>
                  <a:lnTo>
                    <a:pt x="236397" y="643343"/>
                  </a:lnTo>
                  <a:lnTo>
                    <a:pt x="238302" y="645261"/>
                  </a:lnTo>
                  <a:lnTo>
                    <a:pt x="290664" y="623303"/>
                  </a:lnTo>
                  <a:close/>
                </a:path>
                <a:path w="511175" h="779145">
                  <a:moveTo>
                    <a:pt x="327063" y="409435"/>
                  </a:moveTo>
                  <a:lnTo>
                    <a:pt x="321691" y="356920"/>
                  </a:lnTo>
                  <a:lnTo>
                    <a:pt x="310184" y="307301"/>
                  </a:lnTo>
                  <a:lnTo>
                    <a:pt x="294474" y="261531"/>
                  </a:lnTo>
                  <a:lnTo>
                    <a:pt x="290931" y="272135"/>
                  </a:lnTo>
                  <a:lnTo>
                    <a:pt x="287362" y="282651"/>
                  </a:lnTo>
                  <a:lnTo>
                    <a:pt x="273304" y="327279"/>
                  </a:lnTo>
                  <a:lnTo>
                    <a:pt x="267601" y="379552"/>
                  </a:lnTo>
                  <a:lnTo>
                    <a:pt x="265341" y="411276"/>
                  </a:lnTo>
                  <a:lnTo>
                    <a:pt x="260743" y="444258"/>
                  </a:lnTo>
                  <a:lnTo>
                    <a:pt x="253555" y="478218"/>
                  </a:lnTo>
                  <a:lnTo>
                    <a:pt x="256565" y="505053"/>
                  </a:lnTo>
                  <a:lnTo>
                    <a:pt x="261480" y="532498"/>
                  </a:lnTo>
                  <a:lnTo>
                    <a:pt x="268363" y="560501"/>
                  </a:lnTo>
                  <a:lnTo>
                    <a:pt x="277317" y="588937"/>
                  </a:lnTo>
                  <a:lnTo>
                    <a:pt x="287667" y="572287"/>
                  </a:lnTo>
                  <a:lnTo>
                    <a:pt x="305079" y="537527"/>
                  </a:lnTo>
                  <a:lnTo>
                    <a:pt x="324358" y="463867"/>
                  </a:lnTo>
                  <a:lnTo>
                    <a:pt x="326974" y="411276"/>
                  </a:lnTo>
                  <a:lnTo>
                    <a:pt x="327063" y="409435"/>
                  </a:lnTo>
                  <a:close/>
                </a:path>
                <a:path w="511175" h="779145">
                  <a:moveTo>
                    <a:pt x="470001" y="47713"/>
                  </a:moveTo>
                  <a:lnTo>
                    <a:pt x="438480" y="0"/>
                  </a:lnTo>
                  <a:lnTo>
                    <a:pt x="394690" y="17716"/>
                  </a:lnTo>
                  <a:lnTo>
                    <a:pt x="353275" y="40805"/>
                  </a:lnTo>
                  <a:lnTo>
                    <a:pt x="314172" y="69265"/>
                  </a:lnTo>
                  <a:lnTo>
                    <a:pt x="277317" y="103085"/>
                  </a:lnTo>
                  <a:lnTo>
                    <a:pt x="246799" y="139598"/>
                  </a:lnTo>
                  <a:lnTo>
                    <a:pt x="237286" y="151765"/>
                  </a:lnTo>
                  <a:lnTo>
                    <a:pt x="249974" y="171869"/>
                  </a:lnTo>
                  <a:lnTo>
                    <a:pt x="264452" y="197345"/>
                  </a:lnTo>
                  <a:lnTo>
                    <a:pt x="279641" y="227469"/>
                  </a:lnTo>
                  <a:lnTo>
                    <a:pt x="294474" y="261531"/>
                  </a:lnTo>
                  <a:lnTo>
                    <a:pt x="312026" y="221107"/>
                  </a:lnTo>
                  <a:lnTo>
                    <a:pt x="331622" y="184340"/>
                  </a:lnTo>
                  <a:lnTo>
                    <a:pt x="353174" y="151333"/>
                  </a:lnTo>
                  <a:lnTo>
                    <a:pt x="395325" y="103568"/>
                  </a:lnTo>
                  <a:lnTo>
                    <a:pt x="442099" y="66332"/>
                  </a:lnTo>
                  <a:lnTo>
                    <a:pt x="470001" y="47713"/>
                  </a:lnTo>
                  <a:close/>
                </a:path>
                <a:path w="511175" h="779145">
                  <a:moveTo>
                    <a:pt x="510921" y="525945"/>
                  </a:moveTo>
                  <a:lnTo>
                    <a:pt x="491858" y="480123"/>
                  </a:lnTo>
                  <a:lnTo>
                    <a:pt x="445211" y="461035"/>
                  </a:lnTo>
                  <a:lnTo>
                    <a:pt x="431990" y="462280"/>
                  </a:lnTo>
                  <a:lnTo>
                    <a:pt x="390258" y="489966"/>
                  </a:lnTo>
                  <a:lnTo>
                    <a:pt x="379374" y="525945"/>
                  </a:lnTo>
                  <a:lnTo>
                    <a:pt x="380619" y="539000"/>
                  </a:lnTo>
                  <a:lnTo>
                    <a:pt x="408825" y="580529"/>
                  </a:lnTo>
                  <a:lnTo>
                    <a:pt x="445211" y="591807"/>
                  </a:lnTo>
                  <a:lnTo>
                    <a:pt x="458228" y="590550"/>
                  </a:lnTo>
                  <a:lnTo>
                    <a:pt x="499719" y="561911"/>
                  </a:lnTo>
                  <a:lnTo>
                    <a:pt x="510921" y="525945"/>
                  </a:lnTo>
                  <a:close/>
                </a:path>
                <a:path w="511175" h="779145">
                  <a:moveTo>
                    <a:pt x="510921" y="243408"/>
                  </a:moveTo>
                  <a:lnTo>
                    <a:pt x="491858" y="196634"/>
                  </a:lnTo>
                  <a:lnTo>
                    <a:pt x="445211" y="177546"/>
                  </a:lnTo>
                  <a:lnTo>
                    <a:pt x="431990" y="179197"/>
                  </a:lnTo>
                  <a:lnTo>
                    <a:pt x="398437" y="197586"/>
                  </a:lnTo>
                  <a:lnTo>
                    <a:pt x="379374" y="242455"/>
                  </a:lnTo>
                  <a:lnTo>
                    <a:pt x="380619" y="255663"/>
                  </a:lnTo>
                  <a:lnTo>
                    <a:pt x="408825" y="297840"/>
                  </a:lnTo>
                  <a:lnTo>
                    <a:pt x="445211" y="308305"/>
                  </a:lnTo>
                  <a:lnTo>
                    <a:pt x="458228" y="307200"/>
                  </a:lnTo>
                  <a:lnTo>
                    <a:pt x="499719" y="279374"/>
                  </a:lnTo>
                  <a:lnTo>
                    <a:pt x="510921" y="243408"/>
                  </a:lnTo>
                  <a:close/>
                </a:path>
              </a:pathLst>
            </a:custGeom>
            <a:solidFill>
              <a:srgbClr val="FBD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94962" y="3391045"/>
              <a:ext cx="90170" cy="488315"/>
            </a:xfrm>
            <a:custGeom>
              <a:avLst/>
              <a:gdLst/>
              <a:ahLst/>
              <a:cxnLst/>
              <a:rect l="l" t="t" r="r" b="b"/>
              <a:pathLst>
                <a:path w="90170" h="488314">
                  <a:moveTo>
                    <a:pt x="48677" y="326450"/>
                  </a:moveTo>
                  <a:lnTo>
                    <a:pt x="31670" y="382337"/>
                  </a:lnTo>
                  <a:lnTo>
                    <a:pt x="11764" y="422039"/>
                  </a:lnTo>
                  <a:lnTo>
                    <a:pt x="0" y="440993"/>
                  </a:lnTo>
                  <a:lnTo>
                    <a:pt x="6664" y="453133"/>
                  </a:lnTo>
                  <a:lnTo>
                    <a:pt x="13758" y="465096"/>
                  </a:lnTo>
                  <a:lnTo>
                    <a:pt x="21375" y="476701"/>
                  </a:lnTo>
                  <a:lnTo>
                    <a:pt x="29613" y="487767"/>
                  </a:lnTo>
                  <a:lnTo>
                    <a:pt x="41006" y="475970"/>
                  </a:lnTo>
                  <a:lnTo>
                    <a:pt x="52124" y="463545"/>
                  </a:lnTo>
                  <a:lnTo>
                    <a:pt x="62695" y="450583"/>
                  </a:lnTo>
                  <a:lnTo>
                    <a:pt x="72444" y="437176"/>
                  </a:lnTo>
                  <a:lnTo>
                    <a:pt x="63494" y="408733"/>
                  </a:lnTo>
                  <a:lnTo>
                    <a:pt x="56605" y="380739"/>
                  </a:lnTo>
                  <a:lnTo>
                    <a:pt x="51694" y="353283"/>
                  </a:lnTo>
                  <a:lnTo>
                    <a:pt x="48677" y="326450"/>
                  </a:lnTo>
                  <a:close/>
                </a:path>
                <a:path w="90170" h="488314">
                  <a:moveTo>
                    <a:pt x="32409" y="0"/>
                  </a:moveTo>
                  <a:lnTo>
                    <a:pt x="29613" y="4771"/>
                  </a:lnTo>
                  <a:lnTo>
                    <a:pt x="26690" y="8588"/>
                  </a:lnTo>
                  <a:lnTo>
                    <a:pt x="23893" y="13360"/>
                  </a:lnTo>
                  <a:lnTo>
                    <a:pt x="48407" y="88294"/>
                  </a:lnTo>
                  <a:lnTo>
                    <a:pt x="58156" y="139273"/>
                  </a:lnTo>
                  <a:lnTo>
                    <a:pt x="62912" y="197593"/>
                  </a:lnTo>
                  <a:lnTo>
                    <a:pt x="65412" y="186691"/>
                  </a:lnTo>
                  <a:lnTo>
                    <a:pt x="78914" y="141587"/>
                  </a:lnTo>
                  <a:lnTo>
                    <a:pt x="86055" y="120375"/>
                  </a:lnTo>
                  <a:lnTo>
                    <a:pt x="89602" y="109771"/>
                  </a:lnTo>
                  <a:lnTo>
                    <a:pt x="74767" y="75706"/>
                  </a:lnTo>
                  <a:lnTo>
                    <a:pt x="59575" y="45581"/>
                  </a:lnTo>
                  <a:lnTo>
                    <a:pt x="45098" y="20107"/>
                  </a:lnTo>
                  <a:lnTo>
                    <a:pt x="32409" y="0"/>
                  </a:lnTo>
                  <a:close/>
                </a:path>
              </a:pathLst>
            </a:custGeom>
            <a:solidFill>
              <a:srgbClr val="F9C5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754960" y="2201759"/>
            <a:ext cx="4942840" cy="1831339"/>
            <a:chOff x="3754960" y="2201759"/>
            <a:chExt cx="4942840" cy="1831339"/>
          </a:xfrm>
        </p:grpSpPr>
        <p:sp>
          <p:nvSpPr>
            <p:cNvPr id="13" name="object 13"/>
            <p:cNvSpPr/>
            <p:nvPr/>
          </p:nvSpPr>
          <p:spPr>
            <a:xfrm>
              <a:off x="7925029" y="2987268"/>
              <a:ext cx="772795" cy="1045844"/>
            </a:xfrm>
            <a:custGeom>
              <a:avLst/>
              <a:gdLst/>
              <a:ahLst/>
              <a:cxnLst/>
              <a:rect l="l" t="t" r="r" b="b"/>
              <a:pathLst>
                <a:path w="772795" h="1045845">
                  <a:moveTo>
                    <a:pt x="539889" y="0"/>
                  </a:moveTo>
                  <a:lnTo>
                    <a:pt x="333997" y="12458"/>
                  </a:lnTo>
                  <a:lnTo>
                    <a:pt x="297395" y="40830"/>
                  </a:lnTo>
                  <a:lnTo>
                    <a:pt x="260845" y="74333"/>
                  </a:lnTo>
                  <a:lnTo>
                    <a:pt x="224409" y="112839"/>
                  </a:lnTo>
                  <a:lnTo>
                    <a:pt x="188099" y="156210"/>
                  </a:lnTo>
                  <a:lnTo>
                    <a:pt x="151993" y="204292"/>
                  </a:lnTo>
                  <a:lnTo>
                    <a:pt x="124548" y="242163"/>
                  </a:lnTo>
                  <a:lnTo>
                    <a:pt x="99529" y="282282"/>
                  </a:lnTo>
                  <a:lnTo>
                    <a:pt x="76962" y="324688"/>
                  </a:lnTo>
                  <a:lnTo>
                    <a:pt x="56857" y="369392"/>
                  </a:lnTo>
                  <a:lnTo>
                    <a:pt x="39243" y="416433"/>
                  </a:lnTo>
                  <a:lnTo>
                    <a:pt x="24130" y="465823"/>
                  </a:lnTo>
                  <a:lnTo>
                    <a:pt x="11925" y="518528"/>
                  </a:lnTo>
                  <a:lnTo>
                    <a:pt x="3860" y="571334"/>
                  </a:lnTo>
                  <a:lnTo>
                    <a:pt x="0" y="624306"/>
                  </a:lnTo>
                  <a:lnTo>
                    <a:pt x="381" y="677570"/>
                  </a:lnTo>
                  <a:lnTo>
                    <a:pt x="5067" y="731189"/>
                  </a:lnTo>
                  <a:lnTo>
                    <a:pt x="15570" y="790613"/>
                  </a:lnTo>
                  <a:lnTo>
                    <a:pt x="28892" y="845807"/>
                  </a:lnTo>
                  <a:lnTo>
                    <a:pt x="45008" y="896797"/>
                  </a:lnTo>
                  <a:lnTo>
                    <a:pt x="63906" y="943660"/>
                  </a:lnTo>
                  <a:lnTo>
                    <a:pt x="85547" y="986434"/>
                  </a:lnTo>
                  <a:lnTo>
                    <a:pt x="109918" y="1025182"/>
                  </a:lnTo>
                  <a:lnTo>
                    <a:pt x="269176" y="865771"/>
                  </a:lnTo>
                  <a:lnTo>
                    <a:pt x="238328" y="812215"/>
                  </a:lnTo>
                  <a:lnTo>
                    <a:pt x="212496" y="759726"/>
                  </a:lnTo>
                  <a:lnTo>
                    <a:pt x="191655" y="708317"/>
                  </a:lnTo>
                  <a:lnTo>
                    <a:pt x="175831" y="657987"/>
                  </a:lnTo>
                  <a:lnTo>
                    <a:pt x="165023" y="608749"/>
                  </a:lnTo>
                  <a:lnTo>
                    <a:pt x="159219" y="560616"/>
                  </a:lnTo>
                  <a:lnTo>
                    <a:pt x="158445" y="513588"/>
                  </a:lnTo>
                  <a:lnTo>
                    <a:pt x="162687" y="467677"/>
                  </a:lnTo>
                  <a:lnTo>
                    <a:pt x="171945" y="422884"/>
                  </a:lnTo>
                  <a:lnTo>
                    <a:pt x="185953" y="379691"/>
                  </a:lnTo>
                  <a:lnTo>
                    <a:pt x="203974" y="338340"/>
                  </a:lnTo>
                  <a:lnTo>
                    <a:pt x="226161" y="298831"/>
                  </a:lnTo>
                  <a:lnTo>
                    <a:pt x="252628" y="261137"/>
                  </a:lnTo>
                  <a:lnTo>
                    <a:pt x="283540" y="225285"/>
                  </a:lnTo>
                  <a:lnTo>
                    <a:pt x="337743" y="171196"/>
                  </a:lnTo>
                  <a:lnTo>
                    <a:pt x="370598" y="141033"/>
                  </a:lnTo>
                  <a:lnTo>
                    <a:pt x="407250" y="108813"/>
                  </a:lnTo>
                  <a:lnTo>
                    <a:pt x="447700" y="74561"/>
                  </a:lnTo>
                  <a:lnTo>
                    <a:pt x="491921" y="38277"/>
                  </a:lnTo>
                  <a:lnTo>
                    <a:pt x="539889" y="0"/>
                  </a:lnTo>
                  <a:close/>
                </a:path>
                <a:path w="772795" h="1045845">
                  <a:moveTo>
                    <a:pt x="772604" y="907770"/>
                  </a:moveTo>
                  <a:lnTo>
                    <a:pt x="634314" y="770331"/>
                  </a:lnTo>
                  <a:lnTo>
                    <a:pt x="496036" y="907770"/>
                  </a:lnTo>
                  <a:lnTo>
                    <a:pt x="634314" y="1045235"/>
                  </a:lnTo>
                  <a:lnTo>
                    <a:pt x="772604" y="907770"/>
                  </a:lnTo>
                  <a:close/>
                </a:path>
                <a:path w="772795" h="1045845">
                  <a:moveTo>
                    <a:pt x="772604" y="526910"/>
                  </a:moveTo>
                  <a:lnTo>
                    <a:pt x="634314" y="388518"/>
                  </a:lnTo>
                  <a:lnTo>
                    <a:pt x="496036" y="526910"/>
                  </a:lnTo>
                  <a:lnTo>
                    <a:pt x="634314" y="664375"/>
                  </a:lnTo>
                  <a:lnTo>
                    <a:pt x="772604" y="526910"/>
                  </a:lnTo>
                  <a:close/>
                </a:path>
              </a:pathLst>
            </a:custGeom>
            <a:solidFill>
              <a:srgbClr val="F79A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3416" y="3706998"/>
              <a:ext cx="125824" cy="1231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3416" y="3458814"/>
              <a:ext cx="125824" cy="12505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1378" y="3706998"/>
              <a:ext cx="126714" cy="1231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1378" y="3458814"/>
              <a:ext cx="126714" cy="12505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687094" y="3277463"/>
              <a:ext cx="807720" cy="710565"/>
            </a:xfrm>
            <a:custGeom>
              <a:avLst/>
              <a:gdLst/>
              <a:ahLst/>
              <a:cxnLst/>
              <a:rect l="l" t="t" r="r" b="b"/>
              <a:pathLst>
                <a:path w="807720" h="710564">
                  <a:moveTo>
                    <a:pt x="72440" y="277774"/>
                  </a:moveTo>
                  <a:lnTo>
                    <a:pt x="64541" y="217639"/>
                  </a:lnTo>
                  <a:lnTo>
                    <a:pt x="46647" y="154635"/>
                  </a:lnTo>
                  <a:lnTo>
                    <a:pt x="36080" y="173228"/>
                  </a:lnTo>
                  <a:lnTo>
                    <a:pt x="19621" y="210070"/>
                  </a:lnTo>
                  <a:lnTo>
                    <a:pt x="7607" y="248869"/>
                  </a:lnTo>
                  <a:lnTo>
                    <a:pt x="863" y="293903"/>
                  </a:lnTo>
                  <a:lnTo>
                    <a:pt x="0" y="342201"/>
                  </a:lnTo>
                  <a:lnTo>
                    <a:pt x="1638" y="366534"/>
                  </a:lnTo>
                  <a:lnTo>
                    <a:pt x="10426" y="415226"/>
                  </a:lnTo>
                  <a:lnTo>
                    <a:pt x="26504" y="463816"/>
                  </a:lnTo>
                  <a:lnTo>
                    <a:pt x="33299" y="479183"/>
                  </a:lnTo>
                  <a:lnTo>
                    <a:pt x="36741" y="470420"/>
                  </a:lnTo>
                  <a:lnTo>
                    <a:pt x="58610" y="397776"/>
                  </a:lnTo>
                  <a:lnTo>
                    <a:pt x="67297" y="355320"/>
                  </a:lnTo>
                  <a:lnTo>
                    <a:pt x="71882" y="315379"/>
                  </a:lnTo>
                  <a:lnTo>
                    <a:pt x="72440" y="277774"/>
                  </a:lnTo>
                  <a:close/>
                </a:path>
                <a:path w="807720" h="710564">
                  <a:moveTo>
                    <a:pt x="122008" y="560311"/>
                  </a:moveTo>
                  <a:lnTo>
                    <a:pt x="119087" y="557441"/>
                  </a:lnTo>
                  <a:lnTo>
                    <a:pt x="117182" y="555536"/>
                  </a:lnTo>
                  <a:lnTo>
                    <a:pt x="115277" y="552678"/>
                  </a:lnTo>
                  <a:lnTo>
                    <a:pt x="112483" y="558393"/>
                  </a:lnTo>
                  <a:lnTo>
                    <a:pt x="108661" y="564121"/>
                  </a:lnTo>
                  <a:lnTo>
                    <a:pt x="105740" y="569849"/>
                  </a:lnTo>
                  <a:lnTo>
                    <a:pt x="108661" y="572719"/>
                  </a:lnTo>
                  <a:lnTo>
                    <a:pt x="112483" y="574624"/>
                  </a:lnTo>
                  <a:lnTo>
                    <a:pt x="116293" y="577481"/>
                  </a:lnTo>
                  <a:lnTo>
                    <a:pt x="122008" y="560311"/>
                  </a:lnTo>
                  <a:close/>
                </a:path>
                <a:path w="807720" h="710564">
                  <a:moveTo>
                    <a:pt x="294474" y="0"/>
                  </a:moveTo>
                  <a:lnTo>
                    <a:pt x="293585" y="0"/>
                  </a:lnTo>
                  <a:lnTo>
                    <a:pt x="268744" y="1270"/>
                  </a:lnTo>
                  <a:lnTo>
                    <a:pt x="220903" y="11684"/>
                  </a:lnTo>
                  <a:lnTo>
                    <a:pt x="175920" y="31889"/>
                  </a:lnTo>
                  <a:lnTo>
                    <a:pt x="134404" y="58318"/>
                  </a:lnTo>
                  <a:lnTo>
                    <a:pt x="99695" y="88417"/>
                  </a:lnTo>
                  <a:lnTo>
                    <a:pt x="84772" y="104051"/>
                  </a:lnTo>
                  <a:lnTo>
                    <a:pt x="87693" y="103085"/>
                  </a:lnTo>
                  <a:lnTo>
                    <a:pt x="99453" y="119761"/>
                  </a:lnTo>
                  <a:lnTo>
                    <a:pt x="110426" y="136969"/>
                  </a:lnTo>
                  <a:lnTo>
                    <a:pt x="120523" y="154901"/>
                  </a:lnTo>
                  <a:lnTo>
                    <a:pt x="129641" y="173723"/>
                  </a:lnTo>
                  <a:lnTo>
                    <a:pt x="132435" y="167995"/>
                  </a:lnTo>
                  <a:lnTo>
                    <a:pt x="134340" y="162267"/>
                  </a:lnTo>
                  <a:lnTo>
                    <a:pt x="137261" y="157505"/>
                  </a:lnTo>
                  <a:lnTo>
                    <a:pt x="146710" y="137477"/>
                  </a:lnTo>
                  <a:lnTo>
                    <a:pt x="166458" y="103085"/>
                  </a:lnTo>
                  <a:lnTo>
                    <a:pt x="201206" y="61925"/>
                  </a:lnTo>
                  <a:lnTo>
                    <a:pt x="241731" y="33566"/>
                  </a:lnTo>
                  <a:lnTo>
                    <a:pt x="288759" y="17195"/>
                  </a:lnTo>
                  <a:lnTo>
                    <a:pt x="294474" y="0"/>
                  </a:lnTo>
                  <a:close/>
                </a:path>
                <a:path w="807720" h="710564">
                  <a:moveTo>
                    <a:pt x="807466" y="366725"/>
                  </a:moveTo>
                  <a:lnTo>
                    <a:pt x="806018" y="344347"/>
                  </a:lnTo>
                  <a:lnTo>
                    <a:pt x="803122" y="322338"/>
                  </a:lnTo>
                  <a:lnTo>
                    <a:pt x="798791" y="300685"/>
                  </a:lnTo>
                  <a:lnTo>
                    <a:pt x="733971" y="236715"/>
                  </a:lnTo>
                  <a:lnTo>
                    <a:pt x="761682" y="209042"/>
                  </a:lnTo>
                  <a:lnTo>
                    <a:pt x="760666" y="207137"/>
                  </a:lnTo>
                  <a:lnTo>
                    <a:pt x="758761" y="205232"/>
                  </a:lnTo>
                  <a:lnTo>
                    <a:pt x="757872" y="203314"/>
                  </a:lnTo>
                  <a:lnTo>
                    <a:pt x="743940" y="182740"/>
                  </a:lnTo>
                  <a:lnTo>
                    <a:pt x="727951" y="163944"/>
                  </a:lnTo>
                  <a:lnTo>
                    <a:pt x="709993" y="146939"/>
                  </a:lnTo>
                  <a:lnTo>
                    <a:pt x="690130" y="131737"/>
                  </a:lnTo>
                  <a:lnTo>
                    <a:pt x="684403" y="149860"/>
                  </a:lnTo>
                  <a:lnTo>
                    <a:pt x="695871" y="162394"/>
                  </a:lnTo>
                  <a:lnTo>
                    <a:pt x="705891" y="175628"/>
                  </a:lnTo>
                  <a:lnTo>
                    <a:pt x="727481" y="219659"/>
                  </a:lnTo>
                  <a:lnTo>
                    <a:pt x="736892" y="270129"/>
                  </a:lnTo>
                  <a:lnTo>
                    <a:pt x="737628" y="288569"/>
                  </a:lnTo>
                  <a:lnTo>
                    <a:pt x="737006" y="308076"/>
                  </a:lnTo>
                  <a:lnTo>
                    <a:pt x="732066" y="350304"/>
                  </a:lnTo>
                  <a:lnTo>
                    <a:pt x="721372" y="398399"/>
                  </a:lnTo>
                  <a:lnTo>
                    <a:pt x="706399" y="451485"/>
                  </a:lnTo>
                  <a:lnTo>
                    <a:pt x="688619" y="504228"/>
                  </a:lnTo>
                  <a:lnTo>
                    <a:pt x="670179" y="549808"/>
                  </a:lnTo>
                  <a:lnTo>
                    <a:pt x="650367" y="589191"/>
                  </a:lnTo>
                  <a:lnTo>
                    <a:pt x="629119" y="621398"/>
                  </a:lnTo>
                  <a:lnTo>
                    <a:pt x="592442" y="658710"/>
                  </a:lnTo>
                  <a:lnTo>
                    <a:pt x="549922" y="682612"/>
                  </a:lnTo>
                  <a:lnTo>
                    <a:pt x="517652" y="692035"/>
                  </a:lnTo>
                  <a:lnTo>
                    <a:pt x="511937" y="710171"/>
                  </a:lnTo>
                  <a:lnTo>
                    <a:pt x="561098" y="704684"/>
                  </a:lnTo>
                  <a:lnTo>
                    <a:pt x="608152" y="689165"/>
                  </a:lnTo>
                  <a:lnTo>
                    <a:pt x="651789" y="664832"/>
                  </a:lnTo>
                  <a:lnTo>
                    <a:pt x="691146" y="634771"/>
                  </a:lnTo>
                  <a:lnTo>
                    <a:pt x="725576" y="599681"/>
                  </a:lnTo>
                  <a:lnTo>
                    <a:pt x="754951" y="560311"/>
                  </a:lnTo>
                  <a:lnTo>
                    <a:pt x="778090" y="519264"/>
                  </a:lnTo>
                  <a:lnTo>
                    <a:pt x="794092" y="478218"/>
                  </a:lnTo>
                  <a:lnTo>
                    <a:pt x="803998" y="435978"/>
                  </a:lnTo>
                  <a:lnTo>
                    <a:pt x="807440" y="389445"/>
                  </a:lnTo>
                  <a:lnTo>
                    <a:pt x="807466" y="366725"/>
                  </a:lnTo>
                  <a:close/>
                </a:path>
              </a:pathLst>
            </a:custGeom>
            <a:solidFill>
              <a:srgbClr val="FBD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21075" y="3486502"/>
              <a:ext cx="64818" cy="9163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500137" y="3381514"/>
              <a:ext cx="354330" cy="643890"/>
            </a:xfrm>
            <a:custGeom>
              <a:avLst/>
              <a:gdLst/>
              <a:ahLst/>
              <a:cxnLst/>
              <a:rect l="l" t="t" r="r" b="b"/>
              <a:pathLst>
                <a:path w="354329" h="643889">
                  <a:moveTo>
                    <a:pt x="131546" y="383717"/>
                  </a:moveTo>
                  <a:lnTo>
                    <a:pt x="112483" y="337896"/>
                  </a:lnTo>
                  <a:lnTo>
                    <a:pt x="65836" y="318808"/>
                  </a:lnTo>
                  <a:lnTo>
                    <a:pt x="52616" y="320052"/>
                  </a:lnTo>
                  <a:lnTo>
                    <a:pt x="10883" y="347738"/>
                  </a:lnTo>
                  <a:lnTo>
                    <a:pt x="0" y="383717"/>
                  </a:lnTo>
                  <a:lnTo>
                    <a:pt x="1244" y="396773"/>
                  </a:lnTo>
                  <a:lnTo>
                    <a:pt x="29438" y="438302"/>
                  </a:lnTo>
                  <a:lnTo>
                    <a:pt x="65836" y="449580"/>
                  </a:lnTo>
                  <a:lnTo>
                    <a:pt x="78841" y="448322"/>
                  </a:lnTo>
                  <a:lnTo>
                    <a:pt x="120332" y="419684"/>
                  </a:lnTo>
                  <a:lnTo>
                    <a:pt x="131546" y="383717"/>
                  </a:lnTo>
                  <a:close/>
                </a:path>
                <a:path w="354329" h="643889">
                  <a:moveTo>
                    <a:pt x="131546" y="101180"/>
                  </a:moveTo>
                  <a:lnTo>
                    <a:pt x="112483" y="54406"/>
                  </a:lnTo>
                  <a:lnTo>
                    <a:pt x="65836" y="35318"/>
                  </a:lnTo>
                  <a:lnTo>
                    <a:pt x="52616" y="36969"/>
                  </a:lnTo>
                  <a:lnTo>
                    <a:pt x="19062" y="55359"/>
                  </a:lnTo>
                  <a:lnTo>
                    <a:pt x="0" y="100228"/>
                  </a:lnTo>
                  <a:lnTo>
                    <a:pt x="1244" y="113436"/>
                  </a:lnTo>
                  <a:lnTo>
                    <a:pt x="29438" y="155613"/>
                  </a:lnTo>
                  <a:lnTo>
                    <a:pt x="65836" y="166077"/>
                  </a:lnTo>
                  <a:lnTo>
                    <a:pt x="78841" y="164973"/>
                  </a:lnTo>
                  <a:lnTo>
                    <a:pt x="120332" y="137147"/>
                  </a:lnTo>
                  <a:lnTo>
                    <a:pt x="131546" y="101180"/>
                  </a:lnTo>
                  <a:close/>
                </a:path>
                <a:path w="354329" h="643889">
                  <a:moveTo>
                    <a:pt x="271729" y="0"/>
                  </a:moveTo>
                  <a:lnTo>
                    <a:pt x="222161" y="20040"/>
                  </a:lnTo>
                  <a:lnTo>
                    <a:pt x="225018" y="27901"/>
                  </a:lnTo>
                  <a:lnTo>
                    <a:pt x="227876" y="35674"/>
                  </a:lnTo>
                  <a:lnTo>
                    <a:pt x="230619" y="42951"/>
                  </a:lnTo>
                  <a:lnTo>
                    <a:pt x="233603" y="50584"/>
                  </a:lnTo>
                  <a:lnTo>
                    <a:pt x="235508" y="48679"/>
                  </a:lnTo>
                  <a:lnTo>
                    <a:pt x="239318" y="42951"/>
                  </a:lnTo>
                  <a:lnTo>
                    <a:pt x="246672" y="31673"/>
                  </a:lnTo>
                  <a:lnTo>
                    <a:pt x="254469" y="20751"/>
                  </a:lnTo>
                  <a:lnTo>
                    <a:pt x="262801" y="10198"/>
                  </a:lnTo>
                  <a:lnTo>
                    <a:pt x="271729" y="0"/>
                  </a:lnTo>
                  <a:close/>
                </a:path>
                <a:path w="354329" h="643889">
                  <a:moveTo>
                    <a:pt x="292696" y="465797"/>
                  </a:moveTo>
                  <a:lnTo>
                    <a:pt x="260578" y="436689"/>
                  </a:lnTo>
                  <a:lnTo>
                    <a:pt x="235508" y="401853"/>
                  </a:lnTo>
                  <a:lnTo>
                    <a:pt x="220256" y="375132"/>
                  </a:lnTo>
                  <a:lnTo>
                    <a:pt x="202615" y="418084"/>
                  </a:lnTo>
                  <a:lnTo>
                    <a:pt x="182524" y="456742"/>
                  </a:lnTo>
                  <a:lnTo>
                    <a:pt x="160070" y="491096"/>
                  </a:lnTo>
                  <a:lnTo>
                    <a:pt x="135356" y="521157"/>
                  </a:lnTo>
                  <a:lnTo>
                    <a:pt x="95084" y="558749"/>
                  </a:lnTo>
                  <a:lnTo>
                    <a:pt x="41935" y="595630"/>
                  </a:lnTo>
                  <a:lnTo>
                    <a:pt x="73456" y="643356"/>
                  </a:lnTo>
                  <a:lnTo>
                    <a:pt x="117805" y="625627"/>
                  </a:lnTo>
                  <a:lnTo>
                    <a:pt x="159372" y="602538"/>
                  </a:lnTo>
                  <a:lnTo>
                    <a:pt x="198285" y="574090"/>
                  </a:lnTo>
                  <a:lnTo>
                    <a:pt x="234619" y="540258"/>
                  </a:lnTo>
                  <a:lnTo>
                    <a:pt x="266179" y="504456"/>
                  </a:lnTo>
                  <a:lnTo>
                    <a:pt x="280035" y="485495"/>
                  </a:lnTo>
                  <a:lnTo>
                    <a:pt x="292696" y="465797"/>
                  </a:lnTo>
                  <a:close/>
                </a:path>
                <a:path w="354329" h="643889">
                  <a:moveTo>
                    <a:pt x="353949" y="268643"/>
                  </a:moveTo>
                  <a:lnTo>
                    <a:pt x="353618" y="229476"/>
                  </a:lnTo>
                  <a:lnTo>
                    <a:pt x="346481" y="165087"/>
                  </a:lnTo>
                  <a:lnTo>
                    <a:pt x="332740" y="112623"/>
                  </a:lnTo>
                  <a:lnTo>
                    <a:pt x="316598" y="69672"/>
                  </a:lnTo>
                  <a:lnTo>
                    <a:pt x="309448" y="88252"/>
                  </a:lnTo>
                  <a:lnTo>
                    <a:pt x="295148" y="129006"/>
                  </a:lnTo>
                  <a:lnTo>
                    <a:pt x="279946" y="178574"/>
                  </a:lnTo>
                  <a:lnTo>
                    <a:pt x="267030" y="229476"/>
                  </a:lnTo>
                  <a:lnTo>
                    <a:pt x="258622" y="274764"/>
                  </a:lnTo>
                  <a:lnTo>
                    <a:pt x="255765" y="315899"/>
                  </a:lnTo>
                  <a:lnTo>
                    <a:pt x="256476" y="335038"/>
                  </a:lnTo>
                  <a:lnTo>
                    <a:pt x="265899" y="385902"/>
                  </a:lnTo>
                  <a:lnTo>
                    <a:pt x="284505" y="425831"/>
                  </a:lnTo>
                  <a:lnTo>
                    <a:pt x="302234" y="448627"/>
                  </a:lnTo>
                  <a:lnTo>
                    <a:pt x="311873" y="429818"/>
                  </a:lnTo>
                  <a:lnTo>
                    <a:pt x="328663" y="390766"/>
                  </a:lnTo>
                  <a:lnTo>
                    <a:pt x="347954" y="319722"/>
                  </a:lnTo>
                  <a:lnTo>
                    <a:pt x="353949" y="268643"/>
                  </a:lnTo>
                  <a:close/>
                </a:path>
              </a:pathLst>
            </a:custGeom>
            <a:solidFill>
              <a:srgbClr val="FBD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20398" y="3380548"/>
              <a:ext cx="96520" cy="467359"/>
            </a:xfrm>
            <a:custGeom>
              <a:avLst/>
              <a:gdLst/>
              <a:ahLst/>
              <a:cxnLst/>
              <a:rect l="l" t="t" r="r" b="b"/>
              <a:pathLst>
                <a:path w="96520" h="467360">
                  <a:moveTo>
                    <a:pt x="54396" y="0"/>
                  </a:moveTo>
                  <a:lnTo>
                    <a:pt x="26415" y="32636"/>
                  </a:lnTo>
                  <a:lnTo>
                    <a:pt x="15251" y="49636"/>
                  </a:lnTo>
                  <a:lnTo>
                    <a:pt x="13345" y="51545"/>
                  </a:lnTo>
                  <a:lnTo>
                    <a:pt x="23542" y="83403"/>
                  </a:lnTo>
                  <a:lnTo>
                    <a:pt x="31249" y="114542"/>
                  </a:lnTo>
                  <a:lnTo>
                    <a:pt x="36454" y="144966"/>
                  </a:lnTo>
                  <a:lnTo>
                    <a:pt x="39145" y="174677"/>
                  </a:lnTo>
                  <a:lnTo>
                    <a:pt x="38585" y="212292"/>
                  </a:lnTo>
                  <a:lnTo>
                    <a:pt x="33998" y="252234"/>
                  </a:lnTo>
                  <a:lnTo>
                    <a:pt x="25311" y="294680"/>
                  </a:lnTo>
                  <a:lnTo>
                    <a:pt x="12455" y="339811"/>
                  </a:lnTo>
                  <a:lnTo>
                    <a:pt x="0" y="376087"/>
                  </a:lnTo>
                  <a:lnTo>
                    <a:pt x="3616" y="383081"/>
                  </a:lnTo>
                  <a:lnTo>
                    <a:pt x="26904" y="420858"/>
                  </a:lnTo>
                  <a:lnTo>
                    <a:pt x="55500" y="453011"/>
                  </a:lnTo>
                  <a:lnTo>
                    <a:pt x="72444" y="466760"/>
                  </a:lnTo>
                  <a:lnTo>
                    <a:pt x="75367" y="461034"/>
                  </a:lnTo>
                  <a:lnTo>
                    <a:pt x="79180" y="455308"/>
                  </a:lnTo>
                  <a:lnTo>
                    <a:pt x="81976" y="449582"/>
                  </a:lnTo>
                  <a:lnTo>
                    <a:pt x="72527" y="438503"/>
                  </a:lnTo>
                  <a:lnTo>
                    <a:pt x="64246" y="426796"/>
                  </a:lnTo>
                  <a:lnTo>
                    <a:pt x="45641" y="386866"/>
                  </a:lnTo>
                  <a:lnTo>
                    <a:pt x="36222" y="335993"/>
                  </a:lnTo>
                  <a:lnTo>
                    <a:pt x="35507" y="316860"/>
                  </a:lnTo>
                  <a:lnTo>
                    <a:pt x="36222" y="296741"/>
                  </a:lnTo>
                  <a:lnTo>
                    <a:pt x="41941" y="253910"/>
                  </a:lnTo>
                  <a:lnTo>
                    <a:pt x="52696" y="205700"/>
                  </a:lnTo>
                  <a:lnTo>
                    <a:pt x="67741" y="151773"/>
                  </a:lnTo>
                  <a:lnTo>
                    <a:pt x="82040" y="109055"/>
                  </a:lnTo>
                  <a:lnTo>
                    <a:pt x="96338" y="70631"/>
                  </a:lnTo>
                  <a:lnTo>
                    <a:pt x="87229" y="51811"/>
                  </a:lnTo>
                  <a:lnTo>
                    <a:pt x="77130" y="33884"/>
                  </a:lnTo>
                  <a:lnTo>
                    <a:pt x="66151" y="16672"/>
                  </a:lnTo>
                  <a:lnTo>
                    <a:pt x="54396" y="0"/>
                  </a:lnTo>
                  <a:close/>
                </a:path>
              </a:pathLst>
            </a:custGeom>
            <a:solidFill>
              <a:srgbClr val="F9C5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07536" y="2485643"/>
              <a:ext cx="4036060" cy="675640"/>
            </a:xfrm>
            <a:custGeom>
              <a:avLst/>
              <a:gdLst/>
              <a:ahLst/>
              <a:cxnLst/>
              <a:rect l="l" t="t" r="r" b="b"/>
              <a:pathLst>
                <a:path w="4036059" h="675639">
                  <a:moveTo>
                    <a:pt x="4035552" y="0"/>
                  </a:moveTo>
                  <a:lnTo>
                    <a:pt x="0" y="0"/>
                  </a:lnTo>
                  <a:lnTo>
                    <a:pt x="0" y="675131"/>
                  </a:lnTo>
                  <a:lnTo>
                    <a:pt x="4035552" y="675131"/>
                  </a:lnTo>
                  <a:lnTo>
                    <a:pt x="4035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54958" y="2201760"/>
              <a:ext cx="4061460" cy="819785"/>
            </a:xfrm>
            <a:custGeom>
              <a:avLst/>
              <a:gdLst/>
              <a:ahLst/>
              <a:cxnLst/>
              <a:rect l="l" t="t" r="r" b="b"/>
              <a:pathLst>
                <a:path w="4061459" h="819785">
                  <a:moveTo>
                    <a:pt x="501294" y="443052"/>
                  </a:moveTo>
                  <a:lnTo>
                    <a:pt x="497586" y="392442"/>
                  </a:lnTo>
                  <a:lnTo>
                    <a:pt x="486283" y="349326"/>
                  </a:lnTo>
                  <a:lnTo>
                    <a:pt x="467512" y="315048"/>
                  </a:lnTo>
                  <a:lnTo>
                    <a:pt x="407479" y="268668"/>
                  </a:lnTo>
                  <a:lnTo>
                    <a:pt x="366191" y="255333"/>
                  </a:lnTo>
                  <a:lnTo>
                    <a:pt x="317411" y="247789"/>
                  </a:lnTo>
                  <a:lnTo>
                    <a:pt x="303949" y="247230"/>
                  </a:lnTo>
                  <a:lnTo>
                    <a:pt x="303949" y="541401"/>
                  </a:lnTo>
                  <a:lnTo>
                    <a:pt x="303949" y="654062"/>
                  </a:lnTo>
                  <a:lnTo>
                    <a:pt x="286181" y="666597"/>
                  </a:lnTo>
                  <a:lnTo>
                    <a:pt x="269671" y="675551"/>
                  </a:lnTo>
                  <a:lnTo>
                    <a:pt x="253873" y="680910"/>
                  </a:lnTo>
                  <a:lnTo>
                    <a:pt x="238252" y="682701"/>
                  </a:lnTo>
                  <a:lnTo>
                    <a:pt x="221094" y="679691"/>
                  </a:lnTo>
                  <a:lnTo>
                    <a:pt x="207479" y="670775"/>
                  </a:lnTo>
                  <a:lnTo>
                    <a:pt x="198526" y="656120"/>
                  </a:lnTo>
                  <a:lnTo>
                    <a:pt x="195300" y="635927"/>
                  </a:lnTo>
                  <a:lnTo>
                    <a:pt x="200901" y="604774"/>
                  </a:lnTo>
                  <a:lnTo>
                    <a:pt x="219278" y="578637"/>
                  </a:lnTo>
                  <a:lnTo>
                    <a:pt x="252818" y="557504"/>
                  </a:lnTo>
                  <a:lnTo>
                    <a:pt x="303949" y="541401"/>
                  </a:lnTo>
                  <a:lnTo>
                    <a:pt x="303949" y="247230"/>
                  </a:lnTo>
                  <a:lnTo>
                    <a:pt x="261124" y="245402"/>
                  </a:lnTo>
                  <a:lnTo>
                    <a:pt x="207759" y="247294"/>
                  </a:lnTo>
                  <a:lnTo>
                    <a:pt x="158470" y="252704"/>
                  </a:lnTo>
                  <a:lnTo>
                    <a:pt x="113004" y="261277"/>
                  </a:lnTo>
                  <a:lnTo>
                    <a:pt x="71069" y="272656"/>
                  </a:lnTo>
                  <a:lnTo>
                    <a:pt x="32397" y="286448"/>
                  </a:lnTo>
                  <a:lnTo>
                    <a:pt x="54254" y="431596"/>
                  </a:lnTo>
                  <a:lnTo>
                    <a:pt x="97599" y="414997"/>
                  </a:lnTo>
                  <a:lnTo>
                    <a:pt x="140652" y="402704"/>
                  </a:lnTo>
                  <a:lnTo>
                    <a:pt x="183857" y="395058"/>
                  </a:lnTo>
                  <a:lnTo>
                    <a:pt x="227711" y="392442"/>
                  </a:lnTo>
                  <a:lnTo>
                    <a:pt x="262001" y="396214"/>
                  </a:lnTo>
                  <a:lnTo>
                    <a:pt x="285394" y="407593"/>
                  </a:lnTo>
                  <a:lnTo>
                    <a:pt x="298792" y="426681"/>
                  </a:lnTo>
                  <a:lnTo>
                    <a:pt x="303060" y="453542"/>
                  </a:lnTo>
                  <a:lnTo>
                    <a:pt x="303060" y="457365"/>
                  </a:lnTo>
                  <a:lnTo>
                    <a:pt x="237172" y="465137"/>
                  </a:lnTo>
                  <a:lnTo>
                    <a:pt x="179844" y="476427"/>
                  </a:lnTo>
                  <a:lnTo>
                    <a:pt x="130848" y="491388"/>
                  </a:lnTo>
                  <a:lnTo>
                    <a:pt x="89979" y="510146"/>
                  </a:lnTo>
                  <a:lnTo>
                    <a:pt x="57010" y="532828"/>
                  </a:lnTo>
                  <a:lnTo>
                    <a:pt x="13970" y="590511"/>
                  </a:lnTo>
                  <a:lnTo>
                    <a:pt x="0" y="665518"/>
                  </a:lnTo>
                  <a:lnTo>
                    <a:pt x="7213" y="721106"/>
                  </a:lnTo>
                  <a:lnTo>
                    <a:pt x="27508" y="764184"/>
                  </a:lnTo>
                  <a:lnTo>
                    <a:pt x="58864" y="794842"/>
                  </a:lnTo>
                  <a:lnTo>
                    <a:pt x="99288" y="813155"/>
                  </a:lnTo>
                  <a:lnTo>
                    <a:pt x="146761" y="819251"/>
                  </a:lnTo>
                  <a:lnTo>
                    <a:pt x="194475" y="813727"/>
                  </a:lnTo>
                  <a:lnTo>
                    <a:pt x="237032" y="798004"/>
                  </a:lnTo>
                  <a:lnTo>
                    <a:pt x="275653" y="773328"/>
                  </a:lnTo>
                  <a:lnTo>
                    <a:pt x="311569" y="740943"/>
                  </a:lnTo>
                  <a:lnTo>
                    <a:pt x="323011" y="807796"/>
                  </a:lnTo>
                  <a:lnTo>
                    <a:pt x="501294" y="807796"/>
                  </a:lnTo>
                  <a:lnTo>
                    <a:pt x="501294" y="740943"/>
                  </a:lnTo>
                  <a:lnTo>
                    <a:pt x="501294" y="682701"/>
                  </a:lnTo>
                  <a:lnTo>
                    <a:pt x="501294" y="541401"/>
                  </a:lnTo>
                  <a:lnTo>
                    <a:pt x="501294" y="443052"/>
                  </a:lnTo>
                  <a:close/>
                </a:path>
                <a:path w="4061459" h="819785">
                  <a:moveTo>
                    <a:pt x="1096111" y="417271"/>
                  </a:moveTo>
                  <a:lnTo>
                    <a:pt x="1091679" y="365874"/>
                  </a:lnTo>
                  <a:lnTo>
                    <a:pt x="1078496" y="322745"/>
                  </a:lnTo>
                  <a:lnTo>
                    <a:pt x="1056665" y="288366"/>
                  </a:lnTo>
                  <a:lnTo>
                    <a:pt x="1026337" y="263232"/>
                  </a:lnTo>
                  <a:lnTo>
                    <a:pt x="987640" y="247789"/>
                  </a:lnTo>
                  <a:lnTo>
                    <a:pt x="940701" y="242544"/>
                  </a:lnTo>
                  <a:lnTo>
                    <a:pt x="894499" y="248831"/>
                  </a:lnTo>
                  <a:lnTo>
                    <a:pt x="853186" y="266407"/>
                  </a:lnTo>
                  <a:lnTo>
                    <a:pt x="814870" y="293293"/>
                  </a:lnTo>
                  <a:lnTo>
                    <a:pt x="777671" y="327507"/>
                  </a:lnTo>
                  <a:lnTo>
                    <a:pt x="765340" y="254000"/>
                  </a:lnTo>
                  <a:lnTo>
                    <a:pt x="587057" y="254000"/>
                  </a:lnTo>
                  <a:lnTo>
                    <a:pt x="587057" y="807796"/>
                  </a:lnTo>
                  <a:lnTo>
                    <a:pt x="785291" y="807796"/>
                  </a:lnTo>
                  <a:lnTo>
                    <a:pt x="785291" y="450684"/>
                  </a:lnTo>
                  <a:lnTo>
                    <a:pt x="802081" y="436600"/>
                  </a:lnTo>
                  <a:lnTo>
                    <a:pt x="818375" y="426097"/>
                  </a:lnTo>
                  <a:lnTo>
                    <a:pt x="834847" y="419544"/>
                  </a:lnTo>
                  <a:lnTo>
                    <a:pt x="852131" y="417271"/>
                  </a:lnTo>
                  <a:lnTo>
                    <a:pt x="872947" y="421513"/>
                  </a:lnTo>
                  <a:lnTo>
                    <a:pt x="887158" y="433260"/>
                  </a:lnTo>
                  <a:lnTo>
                    <a:pt x="895286" y="451104"/>
                  </a:lnTo>
                  <a:lnTo>
                    <a:pt x="897877" y="473608"/>
                  </a:lnTo>
                  <a:lnTo>
                    <a:pt x="897877" y="807796"/>
                  </a:lnTo>
                  <a:lnTo>
                    <a:pt x="1096111" y="807796"/>
                  </a:lnTo>
                  <a:lnTo>
                    <a:pt x="1096111" y="417271"/>
                  </a:lnTo>
                  <a:close/>
                </a:path>
                <a:path w="4061459" h="819785">
                  <a:moveTo>
                    <a:pt x="1711896" y="254000"/>
                  </a:moveTo>
                  <a:lnTo>
                    <a:pt x="1499298" y="254000"/>
                  </a:lnTo>
                  <a:lnTo>
                    <a:pt x="1382014" y="477431"/>
                  </a:lnTo>
                  <a:lnTo>
                    <a:pt x="1382014" y="0"/>
                  </a:lnTo>
                  <a:lnTo>
                    <a:pt x="1182763" y="31521"/>
                  </a:lnTo>
                  <a:lnTo>
                    <a:pt x="1182763" y="807796"/>
                  </a:lnTo>
                  <a:lnTo>
                    <a:pt x="1382014" y="807796"/>
                  </a:lnTo>
                  <a:lnTo>
                    <a:pt x="1382014" y="561441"/>
                  </a:lnTo>
                  <a:lnTo>
                    <a:pt x="1505026" y="815428"/>
                  </a:lnTo>
                  <a:lnTo>
                    <a:pt x="1710880" y="787742"/>
                  </a:lnTo>
                  <a:lnTo>
                    <a:pt x="1560296" y="512749"/>
                  </a:lnTo>
                  <a:lnTo>
                    <a:pt x="1711896" y="254000"/>
                  </a:lnTo>
                  <a:close/>
                </a:path>
                <a:path w="4061459" h="819785">
                  <a:moveTo>
                    <a:pt x="2709773" y="35344"/>
                  </a:moveTo>
                  <a:lnTo>
                    <a:pt x="2472410" y="35344"/>
                  </a:lnTo>
                  <a:lnTo>
                    <a:pt x="2330475" y="324650"/>
                  </a:lnTo>
                  <a:lnTo>
                    <a:pt x="2185606" y="27698"/>
                  </a:lnTo>
                  <a:lnTo>
                    <a:pt x="1941512" y="58254"/>
                  </a:lnTo>
                  <a:lnTo>
                    <a:pt x="2205558" y="536625"/>
                  </a:lnTo>
                  <a:lnTo>
                    <a:pt x="2205558" y="807796"/>
                  </a:lnTo>
                  <a:lnTo>
                    <a:pt x="2434285" y="807796"/>
                  </a:lnTo>
                  <a:lnTo>
                    <a:pt x="2434285" y="532803"/>
                  </a:lnTo>
                  <a:lnTo>
                    <a:pt x="2709773" y="35344"/>
                  </a:lnTo>
                  <a:close/>
                </a:path>
                <a:path w="4061459" h="819785">
                  <a:moveTo>
                    <a:pt x="3164433" y="529945"/>
                  </a:moveTo>
                  <a:lnTo>
                    <a:pt x="3161233" y="481063"/>
                  </a:lnTo>
                  <a:lnTo>
                    <a:pt x="3161106" y="479196"/>
                  </a:lnTo>
                  <a:lnTo>
                    <a:pt x="3151403" y="432587"/>
                  </a:lnTo>
                  <a:lnTo>
                    <a:pt x="3140760" y="403898"/>
                  </a:lnTo>
                  <a:lnTo>
                    <a:pt x="3135757" y="390385"/>
                  </a:lnTo>
                  <a:lnTo>
                    <a:pt x="3114586" y="352882"/>
                  </a:lnTo>
                  <a:lnTo>
                    <a:pt x="3088335" y="320357"/>
                  </a:lnTo>
                  <a:lnTo>
                    <a:pt x="3057423" y="293103"/>
                  </a:lnTo>
                  <a:lnTo>
                    <a:pt x="3022269" y="271411"/>
                  </a:lnTo>
                  <a:lnTo>
                    <a:pt x="2983306" y="255562"/>
                  </a:lnTo>
                  <a:lnTo>
                    <a:pt x="2975737" y="253834"/>
                  </a:lnTo>
                  <a:lnTo>
                    <a:pt x="2975737" y="531850"/>
                  </a:lnTo>
                  <a:lnTo>
                    <a:pt x="2970288" y="583920"/>
                  </a:lnTo>
                  <a:lnTo>
                    <a:pt x="2970161" y="585127"/>
                  </a:lnTo>
                  <a:lnTo>
                    <a:pt x="2954058" y="625055"/>
                  </a:lnTo>
                  <a:lnTo>
                    <a:pt x="2928289" y="650138"/>
                  </a:lnTo>
                  <a:lnTo>
                    <a:pt x="2893771" y="658837"/>
                  </a:lnTo>
                  <a:lnTo>
                    <a:pt x="2860357" y="649973"/>
                  </a:lnTo>
                  <a:lnTo>
                    <a:pt x="2835160" y="624471"/>
                  </a:lnTo>
                  <a:lnTo>
                    <a:pt x="2819260" y="583920"/>
                  </a:lnTo>
                  <a:lnTo>
                    <a:pt x="2813723" y="529945"/>
                  </a:lnTo>
                  <a:lnTo>
                    <a:pt x="2819006" y="479196"/>
                  </a:lnTo>
                  <a:lnTo>
                    <a:pt x="2819133" y="478015"/>
                  </a:lnTo>
                  <a:lnTo>
                    <a:pt x="2819260" y="476808"/>
                  </a:lnTo>
                  <a:lnTo>
                    <a:pt x="2835160" y="437197"/>
                  </a:lnTo>
                  <a:lnTo>
                    <a:pt x="2860357" y="412445"/>
                  </a:lnTo>
                  <a:lnTo>
                    <a:pt x="2893771" y="403898"/>
                  </a:lnTo>
                  <a:lnTo>
                    <a:pt x="2928289" y="412610"/>
                  </a:lnTo>
                  <a:lnTo>
                    <a:pt x="2954058" y="437794"/>
                  </a:lnTo>
                  <a:lnTo>
                    <a:pt x="2970161" y="478015"/>
                  </a:lnTo>
                  <a:lnTo>
                    <a:pt x="2975737" y="531850"/>
                  </a:lnTo>
                  <a:lnTo>
                    <a:pt x="2975737" y="253834"/>
                  </a:lnTo>
                  <a:lnTo>
                    <a:pt x="2941205" y="245897"/>
                  </a:lnTo>
                  <a:lnTo>
                    <a:pt x="2941701" y="245897"/>
                  </a:lnTo>
                  <a:lnTo>
                    <a:pt x="2895676" y="242544"/>
                  </a:lnTo>
                  <a:lnTo>
                    <a:pt x="2850337" y="245897"/>
                  </a:lnTo>
                  <a:lnTo>
                    <a:pt x="2807855" y="255765"/>
                  </a:lnTo>
                  <a:lnTo>
                    <a:pt x="2768689" y="271830"/>
                  </a:lnTo>
                  <a:lnTo>
                    <a:pt x="2733268" y="293776"/>
                  </a:lnTo>
                  <a:lnTo>
                    <a:pt x="2702077" y="321310"/>
                  </a:lnTo>
                  <a:lnTo>
                    <a:pt x="2675534" y="354114"/>
                  </a:lnTo>
                  <a:lnTo>
                    <a:pt x="2654109" y="391883"/>
                  </a:lnTo>
                  <a:lnTo>
                    <a:pt x="2638247" y="434301"/>
                  </a:lnTo>
                  <a:lnTo>
                    <a:pt x="2628404" y="481063"/>
                  </a:lnTo>
                  <a:lnTo>
                    <a:pt x="2625026" y="531850"/>
                  </a:lnTo>
                  <a:lnTo>
                    <a:pt x="2628201" y="580732"/>
                  </a:lnTo>
                  <a:lnTo>
                    <a:pt x="2637955" y="629208"/>
                  </a:lnTo>
                  <a:lnTo>
                    <a:pt x="2653500" y="671410"/>
                  </a:lnTo>
                  <a:lnTo>
                    <a:pt x="2674543" y="708914"/>
                  </a:lnTo>
                  <a:lnTo>
                    <a:pt x="2700655" y="741438"/>
                  </a:lnTo>
                  <a:lnTo>
                    <a:pt x="2731439" y="768680"/>
                  </a:lnTo>
                  <a:lnTo>
                    <a:pt x="2766453" y="790371"/>
                  </a:lnTo>
                  <a:lnTo>
                    <a:pt x="2805290" y="806221"/>
                  </a:lnTo>
                  <a:lnTo>
                    <a:pt x="2847530" y="815949"/>
                  </a:lnTo>
                  <a:lnTo>
                    <a:pt x="2892755" y="819251"/>
                  </a:lnTo>
                  <a:lnTo>
                    <a:pt x="2937408" y="815949"/>
                  </a:lnTo>
                  <a:lnTo>
                    <a:pt x="2937903" y="815949"/>
                  </a:lnTo>
                  <a:lnTo>
                    <a:pt x="2980690" y="806030"/>
                  </a:lnTo>
                  <a:lnTo>
                    <a:pt x="3019971" y="789965"/>
                  </a:lnTo>
                  <a:lnTo>
                    <a:pt x="3055531" y="768007"/>
                  </a:lnTo>
                  <a:lnTo>
                    <a:pt x="3086874" y="740473"/>
                  </a:lnTo>
                  <a:lnTo>
                    <a:pt x="3113557" y="707669"/>
                  </a:lnTo>
                  <a:lnTo>
                    <a:pt x="3135122" y="669912"/>
                  </a:lnTo>
                  <a:lnTo>
                    <a:pt x="3151098" y="627494"/>
                  </a:lnTo>
                  <a:lnTo>
                    <a:pt x="3161030" y="580732"/>
                  </a:lnTo>
                  <a:lnTo>
                    <a:pt x="3164433" y="529945"/>
                  </a:lnTo>
                  <a:close/>
                </a:path>
                <a:path w="4061459" h="819785">
                  <a:moveTo>
                    <a:pt x="3732568" y="254000"/>
                  </a:moveTo>
                  <a:lnTo>
                    <a:pt x="3533317" y="254000"/>
                  </a:lnTo>
                  <a:lnTo>
                    <a:pt x="3533317" y="611098"/>
                  </a:lnTo>
                  <a:lnTo>
                    <a:pt x="3516630" y="625182"/>
                  </a:lnTo>
                  <a:lnTo>
                    <a:pt x="3500475" y="635685"/>
                  </a:lnTo>
                  <a:lnTo>
                    <a:pt x="3484321" y="642251"/>
                  </a:lnTo>
                  <a:lnTo>
                    <a:pt x="3467620" y="644525"/>
                  </a:lnTo>
                  <a:lnTo>
                    <a:pt x="3446805" y="640283"/>
                  </a:lnTo>
                  <a:lnTo>
                    <a:pt x="3432606" y="628523"/>
                  </a:lnTo>
                  <a:lnTo>
                    <a:pt x="3424466" y="610679"/>
                  </a:lnTo>
                  <a:lnTo>
                    <a:pt x="3421875" y="588187"/>
                  </a:lnTo>
                  <a:lnTo>
                    <a:pt x="3421875" y="254000"/>
                  </a:lnTo>
                  <a:lnTo>
                    <a:pt x="3222637" y="254000"/>
                  </a:lnTo>
                  <a:lnTo>
                    <a:pt x="3222637" y="644525"/>
                  </a:lnTo>
                  <a:lnTo>
                    <a:pt x="3227057" y="695921"/>
                  </a:lnTo>
                  <a:lnTo>
                    <a:pt x="3240252" y="739051"/>
                  </a:lnTo>
                  <a:lnTo>
                    <a:pt x="3262071" y="773417"/>
                  </a:lnTo>
                  <a:lnTo>
                    <a:pt x="3292398" y="798563"/>
                  </a:lnTo>
                  <a:lnTo>
                    <a:pt x="3331095" y="813993"/>
                  </a:lnTo>
                  <a:lnTo>
                    <a:pt x="3378047" y="819251"/>
                  </a:lnTo>
                  <a:lnTo>
                    <a:pt x="3424390" y="812952"/>
                  </a:lnTo>
                  <a:lnTo>
                    <a:pt x="3465931" y="795375"/>
                  </a:lnTo>
                  <a:lnTo>
                    <a:pt x="3504247" y="768489"/>
                  </a:lnTo>
                  <a:lnTo>
                    <a:pt x="3540950" y="734263"/>
                  </a:lnTo>
                  <a:lnTo>
                    <a:pt x="3553396" y="807796"/>
                  </a:lnTo>
                  <a:lnTo>
                    <a:pt x="3732568" y="807796"/>
                  </a:lnTo>
                  <a:lnTo>
                    <a:pt x="3732568" y="254000"/>
                  </a:lnTo>
                  <a:close/>
                </a:path>
                <a:path w="4061459" h="819785">
                  <a:moveTo>
                    <a:pt x="4042372" y="590092"/>
                  </a:moveTo>
                  <a:lnTo>
                    <a:pt x="3830790" y="590092"/>
                  </a:lnTo>
                  <a:lnTo>
                    <a:pt x="3830790" y="807796"/>
                  </a:lnTo>
                  <a:lnTo>
                    <a:pt x="4042372" y="807796"/>
                  </a:lnTo>
                  <a:lnTo>
                    <a:pt x="4042372" y="590092"/>
                  </a:lnTo>
                  <a:close/>
                </a:path>
                <a:path w="4061459" h="819785">
                  <a:moveTo>
                    <a:pt x="4061422" y="35344"/>
                  </a:moveTo>
                  <a:lnTo>
                    <a:pt x="3811740" y="35344"/>
                  </a:lnTo>
                  <a:lnTo>
                    <a:pt x="3879329" y="526122"/>
                  </a:lnTo>
                  <a:lnTo>
                    <a:pt x="3998531" y="500341"/>
                  </a:lnTo>
                  <a:lnTo>
                    <a:pt x="4061422" y="35344"/>
                  </a:lnTo>
                  <a:close/>
                </a:path>
              </a:pathLst>
            </a:custGeom>
            <a:solidFill>
              <a:srgbClr val="1B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8756734" y="3224003"/>
            <a:ext cx="976630" cy="1054100"/>
            <a:chOff x="8756734" y="3224003"/>
            <a:chExt cx="976630" cy="1054100"/>
          </a:xfrm>
        </p:grpSpPr>
        <p:sp>
          <p:nvSpPr>
            <p:cNvPr id="25" name="object 25"/>
            <p:cNvSpPr/>
            <p:nvPr/>
          </p:nvSpPr>
          <p:spPr>
            <a:xfrm>
              <a:off x="8756726" y="3251695"/>
              <a:ext cx="778510" cy="1026160"/>
            </a:xfrm>
            <a:custGeom>
              <a:avLst/>
              <a:gdLst/>
              <a:ahLst/>
              <a:cxnLst/>
              <a:rect l="l" t="t" r="r" b="b"/>
              <a:pathLst>
                <a:path w="778509" h="1026160">
                  <a:moveTo>
                    <a:pt x="276428" y="643343"/>
                  </a:moveTo>
                  <a:lnTo>
                    <a:pt x="138150" y="505904"/>
                  </a:lnTo>
                  <a:lnTo>
                    <a:pt x="0" y="643343"/>
                  </a:lnTo>
                  <a:lnTo>
                    <a:pt x="138150" y="780808"/>
                  </a:lnTo>
                  <a:lnTo>
                    <a:pt x="276428" y="643343"/>
                  </a:lnTo>
                  <a:close/>
                </a:path>
                <a:path w="778509" h="1026160">
                  <a:moveTo>
                    <a:pt x="276428" y="262483"/>
                  </a:moveTo>
                  <a:lnTo>
                    <a:pt x="138150" y="124091"/>
                  </a:lnTo>
                  <a:lnTo>
                    <a:pt x="0" y="262483"/>
                  </a:lnTo>
                  <a:lnTo>
                    <a:pt x="138150" y="399948"/>
                  </a:lnTo>
                  <a:lnTo>
                    <a:pt x="276428" y="262483"/>
                  </a:lnTo>
                  <a:close/>
                </a:path>
                <a:path w="778509" h="1026160">
                  <a:moveTo>
                    <a:pt x="778040" y="401142"/>
                  </a:moveTo>
                  <a:lnTo>
                    <a:pt x="777367" y="347713"/>
                  </a:lnTo>
                  <a:lnTo>
                    <a:pt x="772236" y="293992"/>
                  </a:lnTo>
                  <a:lnTo>
                    <a:pt x="761796" y="234899"/>
                  </a:lnTo>
                  <a:lnTo>
                    <a:pt x="748639" y="179806"/>
                  </a:lnTo>
                  <a:lnTo>
                    <a:pt x="732739" y="128739"/>
                  </a:lnTo>
                  <a:lnTo>
                    <a:pt x="714057" y="81737"/>
                  </a:lnTo>
                  <a:lnTo>
                    <a:pt x="692581" y="38811"/>
                  </a:lnTo>
                  <a:lnTo>
                    <a:pt x="668274" y="0"/>
                  </a:lnTo>
                  <a:lnTo>
                    <a:pt x="509016" y="159410"/>
                  </a:lnTo>
                  <a:lnTo>
                    <a:pt x="539889" y="212966"/>
                  </a:lnTo>
                  <a:lnTo>
                    <a:pt x="565746" y="265455"/>
                  </a:lnTo>
                  <a:lnTo>
                    <a:pt x="586587" y="316865"/>
                  </a:lnTo>
                  <a:lnTo>
                    <a:pt x="602424" y="367195"/>
                  </a:lnTo>
                  <a:lnTo>
                    <a:pt x="613232" y="416433"/>
                  </a:lnTo>
                  <a:lnTo>
                    <a:pt x="619036" y="464566"/>
                  </a:lnTo>
                  <a:lnTo>
                    <a:pt x="619823" y="511594"/>
                  </a:lnTo>
                  <a:lnTo>
                    <a:pt x="615607" y="557504"/>
                  </a:lnTo>
                  <a:lnTo>
                    <a:pt x="606374" y="602297"/>
                  </a:lnTo>
                  <a:lnTo>
                    <a:pt x="592264" y="645947"/>
                  </a:lnTo>
                  <a:lnTo>
                    <a:pt x="574052" y="687527"/>
                  </a:lnTo>
                  <a:lnTo>
                    <a:pt x="551726" y="727049"/>
                  </a:lnTo>
                  <a:lnTo>
                    <a:pt x="525297" y="764501"/>
                  </a:lnTo>
                  <a:lnTo>
                    <a:pt x="494779" y="799896"/>
                  </a:lnTo>
                  <a:lnTo>
                    <a:pt x="440105" y="854011"/>
                  </a:lnTo>
                  <a:lnTo>
                    <a:pt x="407238" y="884224"/>
                  </a:lnTo>
                  <a:lnTo>
                    <a:pt x="370662" y="916533"/>
                  </a:lnTo>
                  <a:lnTo>
                    <a:pt x="330339" y="950963"/>
                  </a:lnTo>
                  <a:lnTo>
                    <a:pt x="286232" y="987488"/>
                  </a:lnTo>
                  <a:lnTo>
                    <a:pt x="238302" y="1026109"/>
                  </a:lnTo>
                  <a:lnTo>
                    <a:pt x="443306" y="1012748"/>
                  </a:lnTo>
                  <a:lnTo>
                    <a:pt x="480352" y="984465"/>
                  </a:lnTo>
                  <a:lnTo>
                    <a:pt x="517194" y="951128"/>
                  </a:lnTo>
                  <a:lnTo>
                    <a:pt x="553821" y="912749"/>
                  </a:lnTo>
                  <a:lnTo>
                    <a:pt x="590194" y="869340"/>
                  </a:lnTo>
                  <a:lnTo>
                    <a:pt x="626325" y="820889"/>
                  </a:lnTo>
                  <a:lnTo>
                    <a:pt x="653732" y="783018"/>
                  </a:lnTo>
                  <a:lnTo>
                    <a:pt x="678738" y="742899"/>
                  </a:lnTo>
                  <a:lnTo>
                    <a:pt x="701294" y="700506"/>
                  </a:lnTo>
                  <a:lnTo>
                    <a:pt x="721398" y="655802"/>
                  </a:lnTo>
                  <a:lnTo>
                    <a:pt x="738987" y="608761"/>
                  </a:lnTo>
                  <a:lnTo>
                    <a:pt x="754062" y="559358"/>
                  </a:lnTo>
                  <a:lnTo>
                    <a:pt x="766305" y="507009"/>
                  </a:lnTo>
                  <a:lnTo>
                    <a:pt x="774331" y="454266"/>
                  </a:lnTo>
                  <a:lnTo>
                    <a:pt x="778040" y="401142"/>
                  </a:lnTo>
                  <a:close/>
                </a:path>
              </a:pathLst>
            </a:custGeom>
            <a:solidFill>
              <a:srgbClr val="F79A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222920" y="3457860"/>
              <a:ext cx="105410" cy="375285"/>
            </a:xfrm>
            <a:custGeom>
              <a:avLst/>
              <a:gdLst/>
              <a:ahLst/>
              <a:cxnLst/>
              <a:rect l="l" t="t" r="r" b="b"/>
              <a:pathLst>
                <a:path w="105409" h="375285">
                  <a:moveTo>
                    <a:pt x="59099" y="263453"/>
                  </a:moveTo>
                  <a:lnTo>
                    <a:pt x="0" y="318816"/>
                  </a:lnTo>
                  <a:lnTo>
                    <a:pt x="14097" y="329360"/>
                  </a:lnTo>
                  <a:lnTo>
                    <a:pt x="26515" y="342322"/>
                  </a:lnTo>
                  <a:lnTo>
                    <a:pt x="37336" y="357610"/>
                  </a:lnTo>
                  <a:lnTo>
                    <a:pt x="46643" y="375133"/>
                  </a:lnTo>
                  <a:lnTo>
                    <a:pt x="104853" y="318816"/>
                  </a:lnTo>
                  <a:lnTo>
                    <a:pt x="94487" y="301845"/>
                  </a:lnTo>
                  <a:lnTo>
                    <a:pt x="83406" y="286840"/>
                  </a:lnTo>
                  <a:lnTo>
                    <a:pt x="71610" y="273982"/>
                  </a:lnTo>
                  <a:lnTo>
                    <a:pt x="59099" y="263453"/>
                  </a:lnTo>
                  <a:close/>
                </a:path>
                <a:path w="105409" h="375285">
                  <a:moveTo>
                    <a:pt x="69521" y="0"/>
                  </a:moveTo>
                  <a:lnTo>
                    <a:pt x="31392" y="36276"/>
                  </a:lnTo>
                  <a:lnTo>
                    <a:pt x="45134" y="46671"/>
                  </a:lnTo>
                  <a:lnTo>
                    <a:pt x="57637" y="59305"/>
                  </a:lnTo>
                  <a:lnTo>
                    <a:pt x="68710" y="74265"/>
                  </a:lnTo>
                  <a:lnTo>
                    <a:pt x="78163" y="91639"/>
                  </a:lnTo>
                  <a:lnTo>
                    <a:pt x="102947" y="67781"/>
                  </a:lnTo>
                  <a:lnTo>
                    <a:pt x="95579" y="51148"/>
                  </a:lnTo>
                  <a:lnTo>
                    <a:pt x="87664" y="34248"/>
                  </a:lnTo>
                  <a:lnTo>
                    <a:pt x="79033" y="17170"/>
                  </a:lnTo>
                  <a:lnTo>
                    <a:pt x="69521" y="0"/>
                  </a:lnTo>
                  <a:close/>
                </a:path>
              </a:pathLst>
            </a:custGeom>
            <a:solidFill>
              <a:srgbClr val="FBD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92441" y="3437819"/>
              <a:ext cx="65835" cy="8782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370732" y="3770950"/>
              <a:ext cx="5715" cy="8890"/>
            </a:xfrm>
            <a:custGeom>
              <a:avLst/>
              <a:gdLst/>
              <a:ahLst/>
              <a:cxnLst/>
              <a:rect l="l" t="t" r="r" b="b"/>
              <a:pathLst>
                <a:path w="5715" h="8889">
                  <a:moveTo>
                    <a:pt x="5719" y="0"/>
                  </a:moveTo>
                  <a:lnTo>
                    <a:pt x="0" y="5725"/>
                  </a:lnTo>
                  <a:lnTo>
                    <a:pt x="1906" y="6680"/>
                  </a:lnTo>
                  <a:lnTo>
                    <a:pt x="2796" y="7634"/>
                  </a:lnTo>
                  <a:lnTo>
                    <a:pt x="4702" y="8588"/>
                  </a:lnTo>
                  <a:lnTo>
                    <a:pt x="4702" y="2862"/>
                  </a:lnTo>
                  <a:lnTo>
                    <a:pt x="5719" y="0"/>
                  </a:lnTo>
                  <a:close/>
                </a:path>
              </a:pathLst>
            </a:custGeom>
            <a:solidFill>
              <a:srgbClr val="FBD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375434" y="3437819"/>
              <a:ext cx="130810" cy="395605"/>
            </a:xfrm>
            <a:custGeom>
              <a:avLst/>
              <a:gdLst/>
              <a:ahLst/>
              <a:cxnLst/>
              <a:rect l="l" t="t" r="r" b="b"/>
              <a:pathLst>
                <a:path w="130809" h="395604">
                  <a:moveTo>
                    <a:pt x="53380" y="283494"/>
                  </a:moveTo>
                  <a:lnTo>
                    <a:pt x="1016" y="333130"/>
                  </a:lnTo>
                  <a:lnTo>
                    <a:pt x="0" y="335993"/>
                  </a:lnTo>
                  <a:lnTo>
                    <a:pt x="0" y="341719"/>
                  </a:lnTo>
                  <a:lnTo>
                    <a:pt x="12169" y="352487"/>
                  </a:lnTo>
                  <a:lnTo>
                    <a:pt x="23004" y="364868"/>
                  </a:lnTo>
                  <a:lnTo>
                    <a:pt x="32599" y="379038"/>
                  </a:lnTo>
                  <a:lnTo>
                    <a:pt x="41051" y="395173"/>
                  </a:lnTo>
                  <a:lnTo>
                    <a:pt x="99134" y="338856"/>
                  </a:lnTo>
                  <a:lnTo>
                    <a:pt x="88768" y="321886"/>
                  </a:lnTo>
                  <a:lnTo>
                    <a:pt x="77687" y="306881"/>
                  </a:lnTo>
                  <a:lnTo>
                    <a:pt x="65891" y="294023"/>
                  </a:lnTo>
                  <a:lnTo>
                    <a:pt x="53380" y="283494"/>
                  </a:lnTo>
                  <a:close/>
                </a:path>
                <a:path w="130809" h="395604">
                  <a:moveTo>
                    <a:pt x="84899" y="0"/>
                  </a:moveTo>
                  <a:lnTo>
                    <a:pt x="26690" y="56317"/>
                  </a:lnTo>
                  <a:lnTo>
                    <a:pt x="40289" y="66712"/>
                  </a:lnTo>
                  <a:lnTo>
                    <a:pt x="52553" y="79346"/>
                  </a:lnTo>
                  <a:lnTo>
                    <a:pt x="63579" y="94306"/>
                  </a:lnTo>
                  <a:lnTo>
                    <a:pt x="73461" y="111679"/>
                  </a:lnTo>
                  <a:lnTo>
                    <a:pt x="130654" y="56317"/>
                  </a:lnTo>
                  <a:lnTo>
                    <a:pt x="120287" y="39331"/>
                  </a:lnTo>
                  <a:lnTo>
                    <a:pt x="109206" y="24222"/>
                  </a:lnTo>
                  <a:lnTo>
                    <a:pt x="97410" y="11080"/>
                  </a:lnTo>
                  <a:lnTo>
                    <a:pt x="84899" y="0"/>
                  </a:lnTo>
                  <a:close/>
                </a:path>
              </a:pathLst>
            </a:custGeom>
            <a:solidFill>
              <a:srgbClr val="F79A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005253" y="3224009"/>
              <a:ext cx="727710" cy="816610"/>
            </a:xfrm>
            <a:custGeom>
              <a:avLst/>
              <a:gdLst/>
              <a:ahLst/>
              <a:cxnLst/>
              <a:rect l="l" t="t" r="r" b="b"/>
              <a:pathLst>
                <a:path w="727709" h="816610">
                  <a:moveTo>
                    <a:pt x="328231" y="14325"/>
                  </a:moveTo>
                  <a:lnTo>
                    <a:pt x="274370" y="20929"/>
                  </a:lnTo>
                  <a:lnTo>
                    <a:pt x="230060" y="44780"/>
                  </a:lnTo>
                  <a:lnTo>
                    <a:pt x="189585" y="71539"/>
                  </a:lnTo>
                  <a:lnTo>
                    <a:pt x="152946" y="101193"/>
                  </a:lnTo>
                  <a:lnTo>
                    <a:pt x="120142" y="133756"/>
                  </a:lnTo>
                  <a:lnTo>
                    <a:pt x="91186" y="169202"/>
                  </a:lnTo>
                  <a:lnTo>
                    <a:pt x="66052" y="207543"/>
                  </a:lnTo>
                  <a:lnTo>
                    <a:pt x="44754" y="248754"/>
                  </a:lnTo>
                  <a:lnTo>
                    <a:pt x="27292" y="292849"/>
                  </a:lnTo>
                  <a:lnTo>
                    <a:pt x="13677" y="339813"/>
                  </a:lnTo>
                  <a:lnTo>
                    <a:pt x="4318" y="390372"/>
                  </a:lnTo>
                  <a:lnTo>
                    <a:pt x="0" y="440601"/>
                  </a:lnTo>
                  <a:lnTo>
                    <a:pt x="736" y="490562"/>
                  </a:lnTo>
                  <a:lnTo>
                    <a:pt x="6553" y="540270"/>
                  </a:lnTo>
                  <a:lnTo>
                    <a:pt x="17462" y="589762"/>
                  </a:lnTo>
                  <a:lnTo>
                    <a:pt x="33464" y="639064"/>
                  </a:lnTo>
                  <a:lnTo>
                    <a:pt x="54597" y="688225"/>
                  </a:lnTo>
                  <a:lnTo>
                    <a:pt x="104165" y="657669"/>
                  </a:lnTo>
                  <a:lnTo>
                    <a:pt x="84924" y="611263"/>
                  </a:lnTo>
                  <a:lnTo>
                    <a:pt x="70472" y="564502"/>
                  </a:lnTo>
                  <a:lnTo>
                    <a:pt x="60794" y="517334"/>
                  </a:lnTo>
                  <a:lnTo>
                    <a:pt x="55892" y="469785"/>
                  </a:lnTo>
                  <a:lnTo>
                    <a:pt x="55765" y="421805"/>
                  </a:lnTo>
                  <a:lnTo>
                    <a:pt x="60413" y="373405"/>
                  </a:lnTo>
                  <a:lnTo>
                    <a:pt x="69850" y="324548"/>
                  </a:lnTo>
                  <a:lnTo>
                    <a:pt x="83223" y="277977"/>
                  </a:lnTo>
                  <a:lnTo>
                    <a:pt x="100482" y="234416"/>
                  </a:lnTo>
                  <a:lnTo>
                    <a:pt x="121589" y="193840"/>
                  </a:lnTo>
                  <a:lnTo>
                    <a:pt x="146532" y="156286"/>
                  </a:lnTo>
                  <a:lnTo>
                    <a:pt x="175298" y="121767"/>
                  </a:lnTo>
                  <a:lnTo>
                    <a:pt x="207860" y="90297"/>
                  </a:lnTo>
                  <a:lnTo>
                    <a:pt x="244221" y="61887"/>
                  </a:lnTo>
                  <a:lnTo>
                    <a:pt x="284353" y="36563"/>
                  </a:lnTo>
                  <a:lnTo>
                    <a:pt x="328231" y="14325"/>
                  </a:lnTo>
                  <a:close/>
                </a:path>
                <a:path w="727709" h="816610">
                  <a:moveTo>
                    <a:pt x="727633" y="375869"/>
                  </a:moveTo>
                  <a:lnTo>
                    <a:pt x="727036" y="325742"/>
                  </a:lnTo>
                  <a:lnTo>
                    <a:pt x="721309" y="275932"/>
                  </a:lnTo>
                  <a:lnTo>
                    <a:pt x="710438" y="226390"/>
                  </a:lnTo>
                  <a:lnTo>
                    <a:pt x="694436" y="177076"/>
                  </a:lnTo>
                  <a:lnTo>
                    <a:pt x="673303" y="127914"/>
                  </a:lnTo>
                  <a:lnTo>
                    <a:pt x="622846" y="159410"/>
                  </a:lnTo>
                  <a:lnTo>
                    <a:pt x="642073" y="205460"/>
                  </a:lnTo>
                  <a:lnTo>
                    <a:pt x="656551" y="251980"/>
                  </a:lnTo>
                  <a:lnTo>
                    <a:pt x="666280" y="298970"/>
                  </a:lnTo>
                  <a:lnTo>
                    <a:pt x="671283" y="346417"/>
                  </a:lnTo>
                  <a:lnTo>
                    <a:pt x="671563" y="394335"/>
                  </a:lnTo>
                  <a:lnTo>
                    <a:pt x="667143" y="442734"/>
                  </a:lnTo>
                  <a:lnTo>
                    <a:pt x="658050" y="491578"/>
                  </a:lnTo>
                  <a:lnTo>
                    <a:pt x="643318" y="541743"/>
                  </a:lnTo>
                  <a:lnTo>
                    <a:pt x="624128" y="588391"/>
                  </a:lnTo>
                  <a:lnTo>
                    <a:pt x="600481" y="631532"/>
                  </a:lnTo>
                  <a:lnTo>
                    <a:pt x="572401" y="671156"/>
                  </a:lnTo>
                  <a:lnTo>
                    <a:pt x="539889" y="707237"/>
                  </a:lnTo>
                  <a:lnTo>
                    <a:pt x="502958" y="739775"/>
                  </a:lnTo>
                  <a:lnTo>
                    <a:pt x="461645" y="768756"/>
                  </a:lnTo>
                  <a:lnTo>
                    <a:pt x="415925" y="794169"/>
                  </a:lnTo>
                  <a:lnTo>
                    <a:pt x="412115" y="800862"/>
                  </a:lnTo>
                  <a:lnTo>
                    <a:pt x="403606" y="813269"/>
                  </a:lnTo>
                  <a:lnTo>
                    <a:pt x="404495" y="816127"/>
                  </a:lnTo>
                  <a:lnTo>
                    <a:pt x="452882" y="795223"/>
                  </a:lnTo>
                  <a:lnTo>
                    <a:pt x="497370" y="771448"/>
                  </a:lnTo>
                  <a:lnTo>
                    <a:pt x="537984" y="744804"/>
                  </a:lnTo>
                  <a:lnTo>
                    <a:pt x="574700" y="715264"/>
                  </a:lnTo>
                  <a:lnTo>
                    <a:pt x="607529" y="682853"/>
                  </a:lnTo>
                  <a:lnTo>
                    <a:pt x="636460" y="647547"/>
                  </a:lnTo>
                  <a:lnTo>
                    <a:pt x="661517" y="609333"/>
                  </a:lnTo>
                  <a:lnTo>
                    <a:pt x="682675" y="568223"/>
                  </a:lnTo>
                  <a:lnTo>
                    <a:pt x="699947" y="524205"/>
                  </a:lnTo>
                  <a:lnTo>
                    <a:pt x="713333" y="477266"/>
                  </a:lnTo>
                  <a:lnTo>
                    <a:pt x="723061" y="426364"/>
                  </a:lnTo>
                  <a:lnTo>
                    <a:pt x="727633" y="375869"/>
                  </a:lnTo>
                  <a:close/>
                </a:path>
              </a:pathLst>
            </a:custGeom>
            <a:solidFill>
              <a:srgbClr val="FBD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405047" y="4018168"/>
              <a:ext cx="16510" cy="19685"/>
            </a:xfrm>
            <a:custGeom>
              <a:avLst/>
              <a:gdLst/>
              <a:ahLst/>
              <a:cxnLst/>
              <a:rect l="l" t="t" r="r" b="b"/>
              <a:pathLst>
                <a:path w="16509" h="19685">
                  <a:moveTo>
                    <a:pt x="16141" y="0"/>
                  </a:moveTo>
                  <a:lnTo>
                    <a:pt x="10421" y="2862"/>
                  </a:lnTo>
                  <a:lnTo>
                    <a:pt x="5719" y="5725"/>
                  </a:lnTo>
                  <a:lnTo>
                    <a:pt x="0" y="7647"/>
                  </a:lnTo>
                  <a:lnTo>
                    <a:pt x="3812" y="19098"/>
                  </a:lnTo>
                  <a:lnTo>
                    <a:pt x="8515" y="12418"/>
                  </a:lnTo>
                  <a:lnTo>
                    <a:pt x="12328" y="6692"/>
                  </a:lnTo>
                  <a:lnTo>
                    <a:pt x="16141" y="0"/>
                  </a:lnTo>
                  <a:close/>
                </a:path>
              </a:pathLst>
            </a:custGeom>
            <a:solidFill>
              <a:srgbClr val="F79A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5136540" y="3238334"/>
            <a:ext cx="343535" cy="661670"/>
          </a:xfrm>
          <a:custGeom>
            <a:avLst/>
            <a:gdLst/>
            <a:ahLst/>
            <a:cxnLst/>
            <a:rect l="l" t="t" r="r" b="b"/>
            <a:pathLst>
              <a:path w="343535" h="661670">
                <a:moveTo>
                  <a:pt x="306298" y="40081"/>
                </a:moveTo>
                <a:lnTo>
                  <a:pt x="292963" y="0"/>
                </a:lnTo>
                <a:lnTo>
                  <a:pt x="242341" y="21463"/>
                </a:lnTo>
                <a:lnTo>
                  <a:pt x="196176" y="47129"/>
                </a:lnTo>
                <a:lnTo>
                  <a:pt x="154305" y="76911"/>
                </a:lnTo>
                <a:lnTo>
                  <a:pt x="116547" y="110718"/>
                </a:lnTo>
                <a:lnTo>
                  <a:pt x="84061" y="148094"/>
                </a:lnTo>
                <a:lnTo>
                  <a:pt x="56642" y="188506"/>
                </a:lnTo>
                <a:lnTo>
                  <a:pt x="34391" y="231787"/>
                </a:lnTo>
                <a:lnTo>
                  <a:pt x="17411" y="277761"/>
                </a:lnTo>
                <a:lnTo>
                  <a:pt x="5562" y="325907"/>
                </a:lnTo>
                <a:lnTo>
                  <a:pt x="0" y="374408"/>
                </a:lnTo>
                <a:lnTo>
                  <a:pt x="546" y="423265"/>
                </a:lnTo>
                <a:lnTo>
                  <a:pt x="6997" y="472490"/>
                </a:lnTo>
                <a:lnTo>
                  <a:pt x="19151" y="521347"/>
                </a:lnTo>
                <a:lnTo>
                  <a:pt x="37223" y="569125"/>
                </a:lnTo>
                <a:lnTo>
                  <a:pt x="61379" y="615835"/>
                </a:lnTo>
                <a:lnTo>
                  <a:pt x="91770" y="661479"/>
                </a:lnTo>
                <a:lnTo>
                  <a:pt x="125196" y="635711"/>
                </a:lnTo>
                <a:lnTo>
                  <a:pt x="102628" y="595249"/>
                </a:lnTo>
                <a:lnTo>
                  <a:pt x="85013" y="555409"/>
                </a:lnTo>
                <a:lnTo>
                  <a:pt x="72237" y="516115"/>
                </a:lnTo>
                <a:lnTo>
                  <a:pt x="64185" y="477253"/>
                </a:lnTo>
                <a:lnTo>
                  <a:pt x="61125" y="437159"/>
                </a:lnTo>
                <a:lnTo>
                  <a:pt x="63322" y="394093"/>
                </a:lnTo>
                <a:lnTo>
                  <a:pt x="70726" y="347992"/>
                </a:lnTo>
                <a:lnTo>
                  <a:pt x="83248" y="298767"/>
                </a:lnTo>
                <a:lnTo>
                  <a:pt x="99656" y="252412"/>
                </a:lnTo>
                <a:lnTo>
                  <a:pt x="118846" y="210705"/>
                </a:lnTo>
                <a:lnTo>
                  <a:pt x="140741" y="173659"/>
                </a:lnTo>
                <a:lnTo>
                  <a:pt x="165227" y="141262"/>
                </a:lnTo>
                <a:lnTo>
                  <a:pt x="193433" y="111899"/>
                </a:lnTo>
                <a:lnTo>
                  <a:pt x="226466" y="85305"/>
                </a:lnTo>
                <a:lnTo>
                  <a:pt x="264147" y="61404"/>
                </a:lnTo>
                <a:lnTo>
                  <a:pt x="306298" y="40081"/>
                </a:lnTo>
                <a:close/>
              </a:path>
              <a:path w="343535" h="661670">
                <a:moveTo>
                  <a:pt x="343420" y="546938"/>
                </a:moveTo>
                <a:lnTo>
                  <a:pt x="323291" y="509727"/>
                </a:lnTo>
                <a:lnTo>
                  <a:pt x="297662" y="502069"/>
                </a:lnTo>
                <a:lnTo>
                  <a:pt x="288747" y="502958"/>
                </a:lnTo>
                <a:lnTo>
                  <a:pt x="256794" y="529755"/>
                </a:lnTo>
                <a:lnTo>
                  <a:pt x="253809" y="546938"/>
                </a:lnTo>
                <a:lnTo>
                  <a:pt x="254546" y="555891"/>
                </a:lnTo>
                <a:lnTo>
                  <a:pt x="280530" y="587870"/>
                </a:lnTo>
                <a:lnTo>
                  <a:pt x="297662" y="590842"/>
                </a:lnTo>
                <a:lnTo>
                  <a:pt x="307162" y="590118"/>
                </a:lnTo>
                <a:lnTo>
                  <a:pt x="339979" y="564121"/>
                </a:lnTo>
                <a:lnTo>
                  <a:pt x="343420" y="546938"/>
                </a:lnTo>
                <a:close/>
              </a:path>
              <a:path w="343535" h="661670">
                <a:moveTo>
                  <a:pt x="343420" y="235762"/>
                </a:moveTo>
                <a:lnTo>
                  <a:pt x="323291" y="198551"/>
                </a:lnTo>
                <a:lnTo>
                  <a:pt x="297662" y="190906"/>
                </a:lnTo>
                <a:lnTo>
                  <a:pt x="288747" y="191782"/>
                </a:lnTo>
                <a:lnTo>
                  <a:pt x="256794" y="218224"/>
                </a:lnTo>
                <a:lnTo>
                  <a:pt x="253809" y="235762"/>
                </a:lnTo>
                <a:lnTo>
                  <a:pt x="254546" y="244716"/>
                </a:lnTo>
                <a:lnTo>
                  <a:pt x="280530" y="276694"/>
                </a:lnTo>
                <a:lnTo>
                  <a:pt x="297662" y="279679"/>
                </a:lnTo>
                <a:lnTo>
                  <a:pt x="307162" y="278942"/>
                </a:lnTo>
                <a:lnTo>
                  <a:pt x="339979" y="252945"/>
                </a:lnTo>
                <a:lnTo>
                  <a:pt x="343420" y="235762"/>
                </a:lnTo>
                <a:close/>
              </a:path>
            </a:pathLst>
          </a:custGeom>
          <a:solidFill>
            <a:srgbClr val="FBDBB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5582018" y="3245010"/>
            <a:ext cx="545465" cy="782320"/>
            <a:chOff x="5582018" y="3245010"/>
            <a:chExt cx="545465" cy="782320"/>
          </a:xfrm>
        </p:grpSpPr>
        <p:sp>
          <p:nvSpPr>
            <p:cNvPr id="34" name="object 34"/>
            <p:cNvSpPr/>
            <p:nvPr/>
          </p:nvSpPr>
          <p:spPr>
            <a:xfrm>
              <a:off x="5582018" y="3245014"/>
              <a:ext cx="545465" cy="782320"/>
            </a:xfrm>
            <a:custGeom>
              <a:avLst/>
              <a:gdLst/>
              <a:ahLst/>
              <a:cxnLst/>
              <a:rect l="l" t="t" r="r" b="b"/>
              <a:pathLst>
                <a:path w="545464" h="782320">
                  <a:moveTo>
                    <a:pt x="89598" y="540258"/>
                  </a:moveTo>
                  <a:lnTo>
                    <a:pt x="70294" y="503047"/>
                  </a:lnTo>
                  <a:lnTo>
                    <a:pt x="44856" y="495388"/>
                  </a:lnTo>
                  <a:lnTo>
                    <a:pt x="35890" y="496277"/>
                  </a:lnTo>
                  <a:lnTo>
                    <a:pt x="3467" y="523074"/>
                  </a:lnTo>
                  <a:lnTo>
                    <a:pt x="0" y="540258"/>
                  </a:lnTo>
                  <a:lnTo>
                    <a:pt x="876" y="549211"/>
                  </a:lnTo>
                  <a:lnTo>
                    <a:pt x="27673" y="581190"/>
                  </a:lnTo>
                  <a:lnTo>
                    <a:pt x="44856" y="584161"/>
                  </a:lnTo>
                  <a:lnTo>
                    <a:pt x="53911" y="583438"/>
                  </a:lnTo>
                  <a:lnTo>
                    <a:pt x="86626" y="557441"/>
                  </a:lnTo>
                  <a:lnTo>
                    <a:pt x="89598" y="540258"/>
                  </a:lnTo>
                  <a:close/>
                </a:path>
                <a:path w="545464" h="782320">
                  <a:moveTo>
                    <a:pt x="89598" y="229082"/>
                  </a:moveTo>
                  <a:lnTo>
                    <a:pt x="70294" y="191871"/>
                  </a:lnTo>
                  <a:lnTo>
                    <a:pt x="44856" y="184226"/>
                  </a:lnTo>
                  <a:lnTo>
                    <a:pt x="35890" y="185102"/>
                  </a:lnTo>
                  <a:lnTo>
                    <a:pt x="3467" y="211543"/>
                  </a:lnTo>
                  <a:lnTo>
                    <a:pt x="0" y="229082"/>
                  </a:lnTo>
                  <a:lnTo>
                    <a:pt x="876" y="238036"/>
                  </a:lnTo>
                  <a:lnTo>
                    <a:pt x="27673" y="270014"/>
                  </a:lnTo>
                  <a:lnTo>
                    <a:pt x="44856" y="272999"/>
                  </a:lnTo>
                  <a:lnTo>
                    <a:pt x="53911" y="272262"/>
                  </a:lnTo>
                  <a:lnTo>
                    <a:pt x="86626" y="246265"/>
                  </a:lnTo>
                  <a:lnTo>
                    <a:pt x="89598" y="229082"/>
                  </a:lnTo>
                  <a:close/>
                </a:path>
                <a:path w="545464" h="782320">
                  <a:moveTo>
                    <a:pt x="269811" y="629031"/>
                  </a:moveTo>
                  <a:lnTo>
                    <a:pt x="249262" y="588822"/>
                  </a:lnTo>
                  <a:lnTo>
                    <a:pt x="242112" y="548843"/>
                  </a:lnTo>
                  <a:lnTo>
                    <a:pt x="229450" y="574446"/>
                  </a:lnTo>
                  <a:lnTo>
                    <a:pt x="200863" y="620268"/>
                  </a:lnTo>
                  <a:lnTo>
                    <a:pt x="156337" y="669315"/>
                  </a:lnTo>
                  <a:lnTo>
                    <a:pt x="123342" y="695731"/>
                  </a:lnTo>
                  <a:lnTo>
                    <a:pt x="85864" y="719810"/>
                  </a:lnTo>
                  <a:lnTo>
                    <a:pt x="43840" y="741667"/>
                  </a:lnTo>
                  <a:lnTo>
                    <a:pt x="57188" y="781761"/>
                  </a:lnTo>
                  <a:lnTo>
                    <a:pt x="107937" y="760298"/>
                  </a:lnTo>
                  <a:lnTo>
                    <a:pt x="154305" y="734618"/>
                  </a:lnTo>
                  <a:lnTo>
                    <a:pt x="196215" y="704837"/>
                  </a:lnTo>
                  <a:lnTo>
                    <a:pt x="233591" y="671029"/>
                  </a:lnTo>
                  <a:lnTo>
                    <a:pt x="261213" y="639749"/>
                  </a:lnTo>
                  <a:lnTo>
                    <a:pt x="269811" y="629031"/>
                  </a:lnTo>
                  <a:close/>
                </a:path>
                <a:path w="545464" h="782320">
                  <a:moveTo>
                    <a:pt x="286969" y="320713"/>
                  </a:moveTo>
                  <a:lnTo>
                    <a:pt x="285953" y="314985"/>
                  </a:lnTo>
                  <a:lnTo>
                    <a:pt x="285953" y="310222"/>
                  </a:lnTo>
                  <a:lnTo>
                    <a:pt x="285064" y="305447"/>
                  </a:lnTo>
                  <a:lnTo>
                    <a:pt x="282384" y="289128"/>
                  </a:lnTo>
                  <a:lnTo>
                    <a:pt x="278828" y="272986"/>
                  </a:lnTo>
                  <a:lnTo>
                    <a:pt x="274574" y="256857"/>
                  </a:lnTo>
                  <a:lnTo>
                    <a:pt x="269811" y="240538"/>
                  </a:lnTo>
                  <a:lnTo>
                    <a:pt x="265125" y="250545"/>
                  </a:lnTo>
                  <a:lnTo>
                    <a:pt x="241998" y="329755"/>
                  </a:lnTo>
                  <a:lnTo>
                    <a:pt x="234937" y="383628"/>
                  </a:lnTo>
                  <a:lnTo>
                    <a:pt x="232918" y="439394"/>
                  </a:lnTo>
                  <a:lnTo>
                    <a:pt x="235458" y="495109"/>
                  </a:lnTo>
                  <a:lnTo>
                    <a:pt x="242112" y="548843"/>
                  </a:lnTo>
                  <a:lnTo>
                    <a:pt x="248412" y="533476"/>
                  </a:lnTo>
                  <a:lnTo>
                    <a:pt x="266001" y="483933"/>
                  </a:lnTo>
                  <a:lnTo>
                    <a:pt x="271500" y="429310"/>
                  </a:lnTo>
                  <a:lnTo>
                    <a:pt x="274167" y="392899"/>
                  </a:lnTo>
                  <a:lnTo>
                    <a:pt x="279184" y="356679"/>
                  </a:lnTo>
                  <a:lnTo>
                    <a:pt x="286969" y="320713"/>
                  </a:lnTo>
                  <a:close/>
                </a:path>
                <a:path w="545464" h="782320">
                  <a:moveTo>
                    <a:pt x="289775" y="634758"/>
                  </a:moveTo>
                  <a:lnTo>
                    <a:pt x="288353" y="628154"/>
                  </a:lnTo>
                  <a:lnTo>
                    <a:pt x="287045" y="621271"/>
                  </a:lnTo>
                  <a:lnTo>
                    <a:pt x="285915" y="614222"/>
                  </a:lnTo>
                  <a:lnTo>
                    <a:pt x="285064" y="607072"/>
                  </a:lnTo>
                  <a:lnTo>
                    <a:pt x="281305" y="612660"/>
                  </a:lnTo>
                  <a:lnTo>
                    <a:pt x="273507" y="623455"/>
                  </a:lnTo>
                  <a:lnTo>
                    <a:pt x="269811" y="629031"/>
                  </a:lnTo>
                  <a:lnTo>
                    <a:pt x="289775" y="634758"/>
                  </a:lnTo>
                  <a:close/>
                </a:path>
                <a:path w="545464" h="782320">
                  <a:moveTo>
                    <a:pt x="298411" y="184226"/>
                  </a:moveTo>
                  <a:lnTo>
                    <a:pt x="289458" y="167767"/>
                  </a:lnTo>
                  <a:lnTo>
                    <a:pt x="279704" y="151409"/>
                  </a:lnTo>
                  <a:lnTo>
                    <a:pt x="269036" y="135229"/>
                  </a:lnTo>
                  <a:lnTo>
                    <a:pt x="257365" y="119316"/>
                  </a:lnTo>
                  <a:lnTo>
                    <a:pt x="224955" y="145084"/>
                  </a:lnTo>
                  <a:lnTo>
                    <a:pt x="238518" y="169265"/>
                  </a:lnTo>
                  <a:lnTo>
                    <a:pt x="250583" y="193167"/>
                  </a:lnTo>
                  <a:lnTo>
                    <a:pt x="261035" y="216903"/>
                  </a:lnTo>
                  <a:lnTo>
                    <a:pt x="269811" y="240538"/>
                  </a:lnTo>
                  <a:lnTo>
                    <a:pt x="276021" y="226237"/>
                  </a:lnTo>
                  <a:lnTo>
                    <a:pt x="283019" y="212026"/>
                  </a:lnTo>
                  <a:lnTo>
                    <a:pt x="290563" y="197993"/>
                  </a:lnTo>
                  <a:lnTo>
                    <a:pt x="298411" y="184226"/>
                  </a:lnTo>
                  <a:close/>
                </a:path>
                <a:path w="545464" h="782320">
                  <a:moveTo>
                    <a:pt x="349643" y="407225"/>
                  </a:moveTo>
                  <a:lnTo>
                    <a:pt x="349084" y="358457"/>
                  </a:lnTo>
                  <a:lnTo>
                    <a:pt x="342265" y="309257"/>
                  </a:lnTo>
                  <a:lnTo>
                    <a:pt x="332917" y="269290"/>
                  </a:lnTo>
                  <a:lnTo>
                    <a:pt x="319379" y="230047"/>
                  </a:lnTo>
                  <a:lnTo>
                    <a:pt x="312420" y="245249"/>
                  </a:lnTo>
                  <a:lnTo>
                    <a:pt x="292442" y="299643"/>
                  </a:lnTo>
                  <a:lnTo>
                    <a:pt x="286969" y="320713"/>
                  </a:lnTo>
                  <a:lnTo>
                    <a:pt x="288061" y="353987"/>
                  </a:lnTo>
                  <a:lnTo>
                    <a:pt x="285661" y="389318"/>
                  </a:lnTo>
                  <a:lnTo>
                    <a:pt x="279844" y="426631"/>
                  </a:lnTo>
                  <a:lnTo>
                    <a:pt x="270713" y="465810"/>
                  </a:lnTo>
                  <a:lnTo>
                    <a:pt x="272313" y="501434"/>
                  </a:lnTo>
                  <a:lnTo>
                    <a:pt x="275412" y="536803"/>
                  </a:lnTo>
                  <a:lnTo>
                    <a:pt x="279755" y="571982"/>
                  </a:lnTo>
                  <a:lnTo>
                    <a:pt x="285064" y="607072"/>
                  </a:lnTo>
                  <a:lnTo>
                    <a:pt x="299326" y="582764"/>
                  </a:lnTo>
                  <a:lnTo>
                    <a:pt x="312089" y="557199"/>
                  </a:lnTo>
                  <a:lnTo>
                    <a:pt x="323265" y="530567"/>
                  </a:lnTo>
                  <a:lnTo>
                    <a:pt x="332727" y="503034"/>
                  </a:lnTo>
                  <a:lnTo>
                    <a:pt x="344144" y="455434"/>
                  </a:lnTo>
                  <a:lnTo>
                    <a:pt x="349643" y="407225"/>
                  </a:lnTo>
                  <a:close/>
                </a:path>
                <a:path w="545464" h="782320">
                  <a:moveTo>
                    <a:pt x="489051" y="9550"/>
                  </a:moveTo>
                  <a:lnTo>
                    <a:pt x="423989" y="28689"/>
                  </a:lnTo>
                  <a:lnTo>
                    <a:pt x="390055" y="62509"/>
                  </a:lnTo>
                  <a:lnTo>
                    <a:pt x="357047" y="100406"/>
                  </a:lnTo>
                  <a:lnTo>
                    <a:pt x="326110" y="141325"/>
                  </a:lnTo>
                  <a:lnTo>
                    <a:pt x="298411" y="184226"/>
                  </a:lnTo>
                  <a:lnTo>
                    <a:pt x="304101" y="195668"/>
                  </a:lnTo>
                  <a:lnTo>
                    <a:pt x="309613" y="207124"/>
                  </a:lnTo>
                  <a:lnTo>
                    <a:pt x="314769" y="218579"/>
                  </a:lnTo>
                  <a:lnTo>
                    <a:pt x="319379" y="230047"/>
                  </a:lnTo>
                  <a:lnTo>
                    <a:pt x="341528" y="188976"/>
                  </a:lnTo>
                  <a:lnTo>
                    <a:pt x="366737" y="149745"/>
                  </a:lnTo>
                  <a:lnTo>
                    <a:pt x="394550" y="112268"/>
                  </a:lnTo>
                  <a:lnTo>
                    <a:pt x="424510" y="76466"/>
                  </a:lnTo>
                  <a:lnTo>
                    <a:pt x="456158" y="42252"/>
                  </a:lnTo>
                  <a:lnTo>
                    <a:pt x="489051" y="9550"/>
                  </a:lnTo>
                  <a:close/>
                </a:path>
                <a:path w="545464" h="782320">
                  <a:moveTo>
                    <a:pt x="545363" y="531672"/>
                  </a:moveTo>
                  <a:lnTo>
                    <a:pt x="539788" y="508520"/>
                  </a:lnTo>
                  <a:lnTo>
                    <a:pt x="525106" y="491096"/>
                  </a:lnTo>
                  <a:lnTo>
                    <a:pt x="504342" y="480123"/>
                  </a:lnTo>
                  <a:lnTo>
                    <a:pt x="480542" y="476300"/>
                  </a:lnTo>
                  <a:lnTo>
                    <a:pt x="457250" y="480123"/>
                  </a:lnTo>
                  <a:lnTo>
                    <a:pt x="436753" y="491096"/>
                  </a:lnTo>
                  <a:lnTo>
                    <a:pt x="422173" y="508520"/>
                  </a:lnTo>
                  <a:lnTo>
                    <a:pt x="416610" y="531672"/>
                  </a:lnTo>
                  <a:lnTo>
                    <a:pt x="422173" y="554812"/>
                  </a:lnTo>
                  <a:lnTo>
                    <a:pt x="436753" y="572236"/>
                  </a:lnTo>
                  <a:lnTo>
                    <a:pt x="457250" y="583209"/>
                  </a:lnTo>
                  <a:lnTo>
                    <a:pt x="480542" y="587032"/>
                  </a:lnTo>
                  <a:lnTo>
                    <a:pt x="504342" y="583209"/>
                  </a:lnTo>
                  <a:lnTo>
                    <a:pt x="525106" y="572236"/>
                  </a:lnTo>
                  <a:lnTo>
                    <a:pt x="539788" y="554812"/>
                  </a:lnTo>
                  <a:lnTo>
                    <a:pt x="545363" y="531672"/>
                  </a:lnTo>
                  <a:close/>
                </a:path>
                <a:path w="545464" h="782320">
                  <a:moveTo>
                    <a:pt x="545363" y="283502"/>
                  </a:moveTo>
                  <a:lnTo>
                    <a:pt x="539788" y="260743"/>
                  </a:lnTo>
                  <a:lnTo>
                    <a:pt x="525106" y="243281"/>
                  </a:lnTo>
                  <a:lnTo>
                    <a:pt x="504342" y="232079"/>
                  </a:lnTo>
                  <a:lnTo>
                    <a:pt x="480542" y="228130"/>
                  </a:lnTo>
                  <a:lnTo>
                    <a:pt x="457250" y="232079"/>
                  </a:lnTo>
                  <a:lnTo>
                    <a:pt x="436753" y="243281"/>
                  </a:lnTo>
                  <a:lnTo>
                    <a:pt x="422173" y="260743"/>
                  </a:lnTo>
                  <a:lnTo>
                    <a:pt x="416610" y="283502"/>
                  </a:lnTo>
                  <a:lnTo>
                    <a:pt x="422173" y="306793"/>
                  </a:lnTo>
                  <a:lnTo>
                    <a:pt x="436753" y="324535"/>
                  </a:lnTo>
                  <a:lnTo>
                    <a:pt x="457250" y="335838"/>
                  </a:lnTo>
                  <a:lnTo>
                    <a:pt x="480542" y="339813"/>
                  </a:lnTo>
                  <a:lnTo>
                    <a:pt x="504342" y="335838"/>
                  </a:lnTo>
                  <a:lnTo>
                    <a:pt x="525106" y="324535"/>
                  </a:lnTo>
                  <a:lnTo>
                    <a:pt x="539788" y="306793"/>
                  </a:lnTo>
                  <a:lnTo>
                    <a:pt x="545363" y="283502"/>
                  </a:lnTo>
                  <a:close/>
                </a:path>
              </a:pathLst>
            </a:custGeom>
            <a:solidFill>
              <a:srgbClr val="FBD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824135" y="3429230"/>
              <a:ext cx="77470" cy="445134"/>
            </a:xfrm>
            <a:custGeom>
              <a:avLst/>
              <a:gdLst/>
              <a:ahLst/>
              <a:cxnLst/>
              <a:rect l="l" t="t" r="r" b="b"/>
              <a:pathLst>
                <a:path w="77470" h="445135">
                  <a:moveTo>
                    <a:pt x="28596" y="281585"/>
                  </a:moveTo>
                  <a:lnTo>
                    <a:pt x="12328" y="333248"/>
                  </a:lnTo>
                  <a:lnTo>
                    <a:pt x="0" y="364623"/>
                  </a:lnTo>
                  <a:lnTo>
                    <a:pt x="3217" y="385014"/>
                  </a:lnTo>
                  <a:lnTo>
                    <a:pt x="11687" y="422848"/>
                  </a:lnTo>
                  <a:lnTo>
                    <a:pt x="27706" y="444810"/>
                  </a:lnTo>
                  <a:lnTo>
                    <a:pt x="31394" y="439233"/>
                  </a:lnTo>
                  <a:lnTo>
                    <a:pt x="39198" y="428433"/>
                  </a:lnTo>
                  <a:lnTo>
                    <a:pt x="42958" y="422848"/>
                  </a:lnTo>
                  <a:lnTo>
                    <a:pt x="37640" y="387760"/>
                  </a:lnTo>
                  <a:lnTo>
                    <a:pt x="33298" y="352579"/>
                  </a:lnTo>
                  <a:lnTo>
                    <a:pt x="30197" y="317217"/>
                  </a:lnTo>
                  <a:lnTo>
                    <a:pt x="28596" y="281585"/>
                  </a:lnTo>
                  <a:close/>
                </a:path>
                <a:path w="77470" h="445135">
                  <a:moveTo>
                    <a:pt x="56303" y="0"/>
                  </a:moveTo>
                  <a:lnTo>
                    <a:pt x="48457" y="13764"/>
                  </a:lnTo>
                  <a:lnTo>
                    <a:pt x="40908" y="27800"/>
                  </a:lnTo>
                  <a:lnTo>
                    <a:pt x="33908" y="42015"/>
                  </a:lnTo>
                  <a:lnTo>
                    <a:pt x="27706" y="56317"/>
                  </a:lnTo>
                  <a:lnTo>
                    <a:pt x="32466" y="72631"/>
                  </a:lnTo>
                  <a:lnTo>
                    <a:pt x="36714" y="88770"/>
                  </a:lnTo>
                  <a:lnTo>
                    <a:pt x="40271" y="104908"/>
                  </a:lnTo>
                  <a:lnTo>
                    <a:pt x="42958" y="121222"/>
                  </a:lnTo>
                  <a:lnTo>
                    <a:pt x="43847" y="125994"/>
                  </a:lnTo>
                  <a:lnTo>
                    <a:pt x="43847" y="130766"/>
                  </a:lnTo>
                  <a:lnTo>
                    <a:pt x="44864" y="136491"/>
                  </a:lnTo>
                  <a:lnTo>
                    <a:pt x="46449" y="129349"/>
                  </a:lnTo>
                  <a:lnTo>
                    <a:pt x="48296" y="122296"/>
                  </a:lnTo>
                  <a:lnTo>
                    <a:pt x="63785" y="76597"/>
                  </a:lnTo>
                  <a:lnTo>
                    <a:pt x="77273" y="45819"/>
                  </a:lnTo>
                  <a:lnTo>
                    <a:pt x="72656" y="34360"/>
                  </a:lnTo>
                  <a:lnTo>
                    <a:pt x="67503" y="22905"/>
                  </a:lnTo>
                  <a:lnTo>
                    <a:pt x="61992" y="11451"/>
                  </a:lnTo>
                  <a:lnTo>
                    <a:pt x="56303" y="0"/>
                  </a:lnTo>
                  <a:close/>
                </a:path>
              </a:pathLst>
            </a:custGeom>
            <a:solidFill>
              <a:srgbClr val="F9C5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/>
          <p:nvPr/>
        </p:nvSpPr>
        <p:spPr>
          <a:xfrm>
            <a:off x="2494804" y="2237092"/>
            <a:ext cx="651510" cy="772795"/>
          </a:xfrm>
          <a:custGeom>
            <a:avLst/>
            <a:gdLst/>
            <a:ahLst/>
            <a:cxnLst/>
            <a:rect l="l" t="t" r="r" b="b"/>
            <a:pathLst>
              <a:path w="651510" h="772794">
                <a:moveTo>
                  <a:pt x="620520" y="0"/>
                </a:moveTo>
                <a:lnTo>
                  <a:pt x="0" y="0"/>
                </a:lnTo>
                <a:lnTo>
                  <a:pt x="0" y="190960"/>
                </a:lnTo>
                <a:lnTo>
                  <a:pt x="206841" y="190960"/>
                </a:lnTo>
                <a:lnTo>
                  <a:pt x="206841" y="772453"/>
                </a:lnTo>
                <a:lnTo>
                  <a:pt x="435594" y="772453"/>
                </a:lnTo>
                <a:lnTo>
                  <a:pt x="435594" y="190960"/>
                </a:lnTo>
                <a:lnTo>
                  <a:pt x="651017" y="190960"/>
                </a:lnTo>
                <a:lnTo>
                  <a:pt x="620520" y="0"/>
                </a:lnTo>
                <a:close/>
              </a:path>
            </a:pathLst>
          </a:custGeom>
          <a:solidFill>
            <a:srgbClr val="1BB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190626" y="2201759"/>
            <a:ext cx="509270" cy="808355"/>
          </a:xfrm>
          <a:custGeom>
            <a:avLst/>
            <a:gdLst/>
            <a:ahLst/>
            <a:cxnLst/>
            <a:rect l="l" t="t" r="r" b="b"/>
            <a:pathLst>
              <a:path w="509270" h="808355">
                <a:moveTo>
                  <a:pt x="198255" y="0"/>
                </a:moveTo>
                <a:lnTo>
                  <a:pt x="0" y="31514"/>
                </a:lnTo>
                <a:lnTo>
                  <a:pt x="0" y="807787"/>
                </a:lnTo>
                <a:lnTo>
                  <a:pt x="198255" y="807787"/>
                </a:lnTo>
                <a:lnTo>
                  <a:pt x="198255" y="450678"/>
                </a:lnTo>
                <a:lnTo>
                  <a:pt x="214963" y="436597"/>
                </a:lnTo>
                <a:lnTo>
                  <a:pt x="231136" y="426097"/>
                </a:lnTo>
                <a:lnTo>
                  <a:pt x="247312" y="419534"/>
                </a:lnTo>
                <a:lnTo>
                  <a:pt x="264027" y="417267"/>
                </a:lnTo>
                <a:lnTo>
                  <a:pt x="284845" y="421503"/>
                </a:lnTo>
                <a:lnTo>
                  <a:pt x="299051" y="433258"/>
                </a:lnTo>
                <a:lnTo>
                  <a:pt x="307181" y="451101"/>
                </a:lnTo>
                <a:lnTo>
                  <a:pt x="309772" y="473601"/>
                </a:lnTo>
                <a:lnTo>
                  <a:pt x="309772" y="807787"/>
                </a:lnTo>
                <a:lnTo>
                  <a:pt x="508994" y="807787"/>
                </a:lnTo>
                <a:lnTo>
                  <a:pt x="508994" y="417267"/>
                </a:lnTo>
                <a:lnTo>
                  <a:pt x="504567" y="365865"/>
                </a:lnTo>
                <a:lnTo>
                  <a:pt x="491376" y="322739"/>
                </a:lnTo>
                <a:lnTo>
                  <a:pt x="469554" y="288365"/>
                </a:lnTo>
                <a:lnTo>
                  <a:pt x="439233" y="263222"/>
                </a:lnTo>
                <a:lnTo>
                  <a:pt x="400545" y="247786"/>
                </a:lnTo>
                <a:lnTo>
                  <a:pt x="353624" y="242534"/>
                </a:lnTo>
                <a:lnTo>
                  <a:pt x="309107" y="248173"/>
                </a:lnTo>
                <a:lnTo>
                  <a:pt x="269864" y="264015"/>
                </a:lnTo>
                <a:lnTo>
                  <a:pt x="233659" y="288451"/>
                </a:lnTo>
                <a:lnTo>
                  <a:pt x="198255" y="319871"/>
                </a:lnTo>
                <a:lnTo>
                  <a:pt x="198255" y="0"/>
                </a:lnTo>
                <a:close/>
              </a:path>
            </a:pathLst>
          </a:custGeom>
          <a:solidFill>
            <a:srgbClr val="1BB6E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1572</Words>
  <Application>Microsoft Office PowerPoint</Application>
  <PresentationFormat>Widescreen</PresentationFormat>
  <Paragraphs>379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MS PGothic</vt:lpstr>
      <vt:lpstr>Arial</vt:lpstr>
      <vt:lpstr>Calibri</vt:lpstr>
      <vt:lpstr>Cordia New</vt:lpstr>
      <vt:lpstr>Times New Roman</vt:lpstr>
      <vt:lpstr>Verdana</vt:lpstr>
      <vt:lpstr>Wingdings</vt:lpstr>
      <vt:lpstr>Office Theme</vt:lpstr>
      <vt:lpstr>DDoS Attack Prevention</vt:lpstr>
      <vt:lpstr>Overview</vt:lpstr>
      <vt:lpstr>What is DoS and DDoS?</vt:lpstr>
      <vt:lpstr>Impacts of a DDoS</vt:lpstr>
      <vt:lpstr>DoS and DDoS by Traffic</vt:lpstr>
      <vt:lpstr>DoS and DDoS by Layers</vt:lpstr>
      <vt:lpstr>DDoS Trends</vt:lpstr>
      <vt:lpstr>Anatomy of a Plain DoS Attack</vt:lpstr>
      <vt:lpstr>PowerPoint Presentation</vt:lpstr>
      <vt:lpstr>Anatomy of a Reflected Amplification Attack</vt:lpstr>
      <vt:lpstr>Reflection and Amplification</vt:lpstr>
      <vt:lpstr>Amplification Factors</vt:lpstr>
      <vt:lpstr>DNS Amplification Example</vt:lpstr>
      <vt:lpstr>Mitigation Strategies – Connection Exhaustion</vt:lpstr>
      <vt:lpstr>Mitigation Strategies – Connection Exhaustion</vt:lpstr>
      <vt:lpstr>Mitigation Strategies – Connection Exhaustion</vt:lpstr>
      <vt:lpstr>Mitigation Strategies – Bandwidth Exhaustion</vt:lpstr>
      <vt:lpstr>Mitigation Strategies – Bandwidth Exhaustion</vt:lpstr>
      <vt:lpstr>Mitigation Strategies – Bandwidth Exhaustion</vt:lpstr>
      <vt:lpstr>Mitigation Strategies – Bandwidth Exhaustion</vt:lpstr>
      <vt:lpstr>Mitigation Strategies – Bandwidth Exhaustion</vt:lpstr>
      <vt:lpstr>Mitigation Strategies – Bandwidth Exhaustion</vt:lpstr>
      <vt:lpstr>Mitigation Strategies – Bandwidth Exhaustion</vt:lpstr>
      <vt:lpstr>Mitigation Strategies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thumbnail</dc:title>
  <dc:creator>Anosh Khan</dc:creator>
  <cp:lastModifiedBy>Anand Nayyar</cp:lastModifiedBy>
  <cp:revision>2</cp:revision>
  <dcterms:created xsi:type="dcterms:W3CDTF">2025-06-22T14:57:13Z</dcterms:created>
  <dcterms:modified xsi:type="dcterms:W3CDTF">2026-08-24T03:16:36Z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2025-06-22T00:00:00Z</vt:filetime>
  </property>
  <property fmtid="{D5CDD505-2E9C-101B-9397-08002B2CF9AE}" pid="5" name="Producer">
    <vt:lpwstr>Microsoft® PowerPoint® for Microsoft 365</vt:lpwstr>
  </property>
</Properties>
</file>